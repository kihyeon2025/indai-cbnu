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rstSlideNum="0">
  <p:sldMasterIdLst>
    <p:sldMasterId id="2147483809" r:id="rId1"/>
    <p:sldMasterId id="2147483810" r:id="rId2"/>
  </p:sldMasterIdLst>
  <p:notesMasterIdLst>
    <p:notesMasterId r:id="rId3"/>
  </p:notesMasterIdLst>
  <p:handoutMasterIdLst>
    <p:handoutMasterId r:id="rId4"/>
  </p:handoutMasterIdLst>
  <p:sldIdLst>
    <p:sldId id="449" r:id="rId5"/>
    <p:sldId id="1008" r:id="rId6"/>
    <p:sldId id="1026" r:id="rId7"/>
    <p:sldId id="1027" r:id="rId8"/>
    <p:sldId id="1019" r:id="rId9"/>
    <p:sldId id="1028" r:id="rId10"/>
    <p:sldId id="1029" r:id="rId11"/>
    <p:sldId id="1020" r:id="rId12"/>
    <p:sldId id="1030" r:id="rId13"/>
    <p:sldId id="1021" r:id="rId14"/>
    <p:sldId id="1032" r:id="rId15"/>
    <p:sldId id="1031" r:id="rId16"/>
    <p:sldId id="1022" r:id="rId17"/>
    <p:sldId id="1033" r:id="rId18"/>
    <p:sldId id="1023" r:id="rId19"/>
    <p:sldId id="1024" r:id="rId20"/>
    <p:sldId id="1013" r:id="rId21"/>
    <p:sldId id="1006" r:id="rId22"/>
  </p:sldIdLst>
  <p:sldSz cx="9144000" cy="6858000" type="screen4x3"/>
  <p:notesSz cx="6797675" cy="9926638"/>
  <p:defaultTextStyle>
    <a:defPPr>
      <a:defRPr lang="en-US"/>
    </a:defPPr>
    <a:lvl1pPr algn="ctr" rtl="0" fontAlgn="base">
      <a:spcBef>
        <a:spcPct val="0"/>
      </a:spcBef>
      <a:spcAft>
        <a:spcPct val="0"/>
      </a:spcAft>
      <a:defRPr kern="1200">
        <a:solidFill>
          <a:srgbClr val="00c0c0"/>
        </a:solidFill>
        <a:latin typeface="Arial"/>
        <a:ea typeface="+mn-ea"/>
        <a:cs typeface="+mn-cs"/>
      </a:defRPr>
    </a:lvl1pPr>
    <a:lvl2pPr marL="457200" algn="ctr" rtl="0" fontAlgn="base">
      <a:spcBef>
        <a:spcPct val="0"/>
      </a:spcBef>
      <a:spcAft>
        <a:spcPct val="0"/>
      </a:spcAft>
      <a:defRPr kern="1200">
        <a:solidFill>
          <a:srgbClr val="00c0c0"/>
        </a:solidFill>
        <a:latin typeface="Arial"/>
        <a:ea typeface="+mn-ea"/>
        <a:cs typeface="+mn-cs"/>
      </a:defRPr>
    </a:lvl2pPr>
    <a:lvl3pPr marL="914400" algn="ctr" rtl="0" fontAlgn="base">
      <a:spcBef>
        <a:spcPct val="0"/>
      </a:spcBef>
      <a:spcAft>
        <a:spcPct val="0"/>
      </a:spcAft>
      <a:defRPr kern="1200">
        <a:solidFill>
          <a:srgbClr val="00c0c0"/>
        </a:solidFill>
        <a:latin typeface="Arial"/>
        <a:ea typeface="+mn-ea"/>
        <a:cs typeface="+mn-cs"/>
      </a:defRPr>
    </a:lvl3pPr>
    <a:lvl4pPr marL="1371600" algn="ctr" rtl="0" fontAlgn="base">
      <a:spcBef>
        <a:spcPct val="0"/>
      </a:spcBef>
      <a:spcAft>
        <a:spcPct val="0"/>
      </a:spcAft>
      <a:defRPr kern="1200">
        <a:solidFill>
          <a:srgbClr val="00c0c0"/>
        </a:solidFill>
        <a:latin typeface="Arial"/>
        <a:ea typeface="+mn-ea"/>
        <a:cs typeface="+mn-cs"/>
      </a:defRPr>
    </a:lvl4pPr>
    <a:lvl5pPr marL="1828800" algn="ctr" rtl="0" fontAlgn="base">
      <a:spcBef>
        <a:spcPct val="0"/>
      </a:spcBef>
      <a:spcAft>
        <a:spcPct val="0"/>
      </a:spcAft>
      <a:defRPr kern="1200">
        <a:solidFill>
          <a:srgbClr val="00c0c0"/>
        </a:solidFill>
        <a:latin typeface="Arial"/>
        <a:ea typeface="+mn-ea"/>
        <a:cs typeface="+mn-cs"/>
      </a:defRPr>
    </a:lvl5pPr>
    <a:lvl6pPr marL="2286000" algn="l" defTabSz="914400" rtl="0" eaLnBrk="1" latinLnBrk="1" hangingPunct="1">
      <a:defRPr kern="1200">
        <a:solidFill>
          <a:srgbClr val="00c0c0"/>
        </a:solidFill>
        <a:latin typeface="Arial"/>
        <a:ea typeface="+mn-ea"/>
        <a:cs typeface="+mn-cs"/>
      </a:defRPr>
    </a:lvl6pPr>
    <a:lvl7pPr marL="2743200" algn="l" defTabSz="914400" rtl="0" eaLnBrk="1" latinLnBrk="1" hangingPunct="1">
      <a:defRPr kern="1200">
        <a:solidFill>
          <a:srgbClr val="00c0c0"/>
        </a:solidFill>
        <a:latin typeface="Arial"/>
        <a:ea typeface="+mn-ea"/>
        <a:cs typeface="+mn-cs"/>
      </a:defRPr>
    </a:lvl7pPr>
    <a:lvl8pPr marL="3200400" algn="l" defTabSz="914400" rtl="0" eaLnBrk="1" latinLnBrk="1" hangingPunct="1">
      <a:defRPr kern="1200">
        <a:solidFill>
          <a:srgbClr val="00c0c0"/>
        </a:solidFill>
        <a:latin typeface="Arial"/>
        <a:ea typeface="+mn-ea"/>
        <a:cs typeface="+mn-cs"/>
      </a:defRPr>
    </a:lvl8pPr>
    <a:lvl9pPr marL="3657600" algn="l" defTabSz="914400" rtl="0" eaLnBrk="1" latinLnBrk="1" hangingPunct="1">
      <a:defRPr kern="1200">
        <a:solidFill>
          <a:srgbClr val="00c0c0"/>
        </a:solidFill>
        <a:latin typeface="Arial"/>
        <a:ea typeface="+mn-ea"/>
        <a:cs typeface="+mn-cs"/>
      </a:defRPr>
    </a:lvl9pPr>
  </p:defaultTextStyle>
  <p:extLst>
    <p:ext uri="{521415D9-36F7-43E2-AB2F-B90AF26B5E84}">
      <p14:sectionLst xmlns:p14="http://schemas.microsoft.com/office/powerpoint/2010/main">
        <p14:section id="{4CEE8726-F9F3-41AF-B5F6-E34B9A5B6B90}" name="기본 구역">
          <p14:sldIdLst>
            <p14:sldId id="449"/>
            <p14:sldId id="1008"/>
            <p14:sldId id="1026"/>
            <p14:sldId id="1027"/>
            <p14:sldId id="1019"/>
            <p14:sldId id="1028"/>
            <p14:sldId id="1029"/>
            <p14:sldId id="1020"/>
            <p14:sldId id="1030"/>
            <p14:sldId id="1021"/>
            <p14:sldId id="1032"/>
            <p14:sldId id="1031"/>
            <p14:sldId id="1022"/>
            <p14:sldId id="1033"/>
            <p14:sldId id="1023"/>
            <p14:sldId id="1024"/>
            <p14:sldId id="1013"/>
            <p14:sldId id="1006"/>
          </p14:sldIdLst>
        </p14:section>
      </p14:sectionLst>
    </p:ext>
  </p:extLst>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prnPr scaleToFitPaper="1"/>
  <p:showPr showNarration="1">
    <p:present/>
    <p:sldAll/>
    <p:penClr>
      <a:prstClr val="red"/>
    </p:penClr>
    <p:extLst>
      <p:ext uri="{2FDB2607-1784-4EEB-B798-7EB5836EED8A}">
        <p14:showMediaCtrls xmlns:p14="http://schemas.microsoft.com/office/powerpoint/2010/main" val="1"/>
      </p:ext>
    </p:extLst>
  </p:showPr>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a:tblStyle styleId="{616DA210-FB5B-4158-B5E0-FEB733F419BA}" styleName="밝은 스타일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TxStyle/>
      <a:tcStyle>
        <a:tcBdr/>
        <a:fill>
          <a:solidFill>
            <a:schemeClr val="tx1">
              <a:alpha val="20000"/>
            </a:schemeClr>
          </a:solidFill>
        </a:fill>
      </a:tcStyle>
    </a:band1H>
    <a:band1V>
      <a:tcTxStyle/>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301B821-A1FF-4177-AEE7-76D212191A09}" styleName="보통 스타일 1 - 강조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TxStyle/>
      <a:tcStyle>
        <a:tcBdr/>
        <a:fill>
          <a:solidFill>
            <a:schemeClr val="accent1">
              <a:tint val="20000"/>
            </a:schemeClr>
          </a:solidFill>
        </a:fill>
      </a:tcStyle>
    </a:band1H>
    <a:band1V>
      <a:tcTxStyle/>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TxStyle/>
      <a:tcStyle>
        <a:tcBdr/>
        <a:fill>
          <a:solidFill>
            <a:schemeClr val="accent1">
              <a:tint val="40000"/>
            </a:schemeClr>
          </a:solidFill>
        </a:fill>
      </a:tcStyle>
    </a:band1H>
    <a:band2H>
      <a:tcTxStyle/>
      <a:tcStyle>
        <a:tcBdr/>
      </a:tcStyle>
    </a:band2H>
    <a:band1V>
      <a:tcTxStyle/>
      <a:tcStyle>
        <a:tcBdr/>
        <a:fill>
          <a:solidFill>
            <a:schemeClr val="accent1">
              <a:tint val="40000"/>
            </a:schemeClr>
          </a:solidFill>
        </a:fill>
      </a:tcStyle>
    </a:band1V>
    <a:band2V>
      <a:tcTxStyle/>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테마 스타일 1 - 강조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TxStyle/>
      <a:tcStyle>
        <a:tcBdr/>
        <a:fill>
          <a:solidFill>
            <a:schemeClr val="accent1">
              <a:alpha val="40000"/>
            </a:schemeClr>
          </a:solidFill>
        </a:fill>
      </a:tcStyle>
    </a:band1H>
    <a:band2H>
      <a:tcTxStyle/>
      <a:tcStyle>
        <a:tcBdr/>
      </a:tcStyle>
    </a:band2H>
    <a:band1V>
      <a:tcTxStyle/>
      <a:tcStyle>
        <a:tcBdr>
          <a:top>
            <a:lnRef idx="1">
              <a:schemeClr val="accent1"/>
            </a:lnRef>
          </a:top>
          <a:bottom>
            <a:lnRef idx="1">
              <a:schemeClr val="accent1"/>
            </a:lnRef>
          </a:bottom>
        </a:tcBdr>
        <a:fill>
          <a:solidFill>
            <a:schemeClr val="accent1">
              <a:alpha val="40000"/>
            </a:schemeClr>
          </a:solidFill>
        </a:fill>
      </a:tcStyle>
    </a:band1V>
    <a:band2V>
      <a:tcTxStyle/>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4C1A8A3-306A-4EB7-A6B1-4F7E0EB9C5D6}" styleName="보통 스타일 3 - 강조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TxStyle/>
      <a:tcStyle>
        <a:tcBdr/>
        <a:fill>
          <a:solidFill>
            <a:schemeClr val="dk1">
              <a:tint val="20000"/>
            </a:schemeClr>
          </a:solidFill>
        </a:fill>
      </a:tcStyle>
    </a:band1H>
    <a:band1V>
      <a:tcTxStyle/>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27102A9-8310-4765-A935-A1911B00CA55}" styleName="밝은 스타일 1 - 강조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TxStyle/>
      <a:tcStyle>
        <a:tcBdr/>
        <a:fill>
          <a:solidFill>
            <a:schemeClr val="accent4">
              <a:alpha val="20000"/>
            </a:schemeClr>
          </a:solidFill>
        </a:fill>
      </a:tcStyle>
    </a:band1H>
    <a:band2H>
      <a:tcTxStyle/>
      <a:tcStyle>
        <a:tcBdr/>
      </a:tcStyle>
    </a:band2H>
    <a:band1V>
      <a:tcTxStyle/>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TxStyle/>
      <a:tcStyle>
        <a:tcBdr/>
        <a:fill>
          <a:solidFill>
            <a:schemeClr val="dk1">
              <a:tint val="40000"/>
            </a:schemeClr>
          </a:solidFill>
        </a:fill>
      </a:tcStyle>
    </a:band1H>
    <a:band2H>
      <a:tcTxStyle/>
      <a:tcStyle>
        <a:tcBdr/>
      </a:tcStyle>
    </a:band2H>
    <a:band1V>
      <a:tcTxStyle/>
      <a:tcStyle>
        <a:tcBdr/>
        <a:fill>
          <a:solidFill>
            <a:schemeClr val="dk1">
              <a:tint val="40000"/>
            </a:schemeClr>
          </a:solidFill>
        </a:fill>
      </a:tcStyle>
    </a:band1V>
    <a:band2V>
      <a:tcTxStyle/>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밝은 스타일 1 - 강조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TxStyle/>
      <a:tcStyle>
        <a:tcBdr/>
        <a:fill>
          <a:solidFill>
            <a:schemeClr val="accent1">
              <a:alpha val="20000"/>
            </a:schemeClr>
          </a:solidFill>
        </a:fill>
      </a:tcStyle>
    </a:band1H>
    <a:band2H>
      <a:tcTxStyle/>
      <a:tcStyle>
        <a:tcBdr/>
      </a:tcStyle>
    </a:band2H>
    <a:band1V>
      <a:tcTxStyle/>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TxStyle/>
      <a:tcStyle>
        <a:tcBdr/>
        <a:fill>
          <a:solidFill>
            <a:schemeClr val="tx1">
              <a:alpha val="20000"/>
            </a:schemeClr>
          </a:solidFill>
        </a:fill>
      </a:tcStyle>
    </a:band1H>
    <a:band2H>
      <a:tcTxStyle/>
      <a:tcStyle>
        <a:tcBdr/>
      </a:tcStyle>
    </a:band2H>
    <a:band1V>
      <a:tcTxStyle/>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밝은 스타일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TxStyle/>
      <a:tcStyle>
        <a:tcBdr>
          <a:top>
            <a:lnRef idx="1">
              <a:schemeClr val="tx1"/>
            </a:lnRef>
          </a:top>
          <a:bottom>
            <a:lnRef idx="1">
              <a:schemeClr val="tx1"/>
            </a:lnRef>
          </a:bottom>
        </a:tcBdr>
      </a:tcStyle>
    </a:band1H>
    <a:band1V>
      <a:tcTxStyle/>
      <a:tcStyle>
        <a:tcBdr>
          <a:left>
            <a:lnRef idx="1">
              <a:schemeClr val="tx1"/>
            </a:lnRef>
          </a:left>
          <a:right>
            <a:lnRef idx="1">
              <a:schemeClr val="tx1"/>
            </a:lnRef>
          </a:right>
        </a:tcBdr>
      </a:tcStyle>
    </a:band1V>
    <a:band2V>
      <a:tcTxStyle/>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horzBarState="maximized">
    <p:restoredLeft sz="21875" autoAdjust="0"/>
    <p:restoredTop sz="92077" autoAdjust="0"/>
  </p:normalViewPr>
  <p:slideViewPr>
    <p:cSldViewPr>
      <p:cViewPr varScale="1">
        <p:scale>
          <a:sx n="100" d="100"/>
          <a:sy n="100" d="100"/>
        </p:scale>
        <p:origin x="1224" y="45"/>
      </p:cViewPr>
      <p:guideLst>
        <p:guide orient="horz" pos="2159"/>
        <p:guide pos="287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p:scale>
          <a:sx n="100" d="100"/>
          <a:sy n="100" d="100"/>
        </p:scale>
        <p:origin x="-1908" y="414"/>
      </p:cViewPr>
      <p:guideLst>
        <p:guide orient="horz" pos="3126"/>
        <p:guide pos="2139"/>
      </p:guideLst>
    </p:cSldViewPr>
  </p:notesViewPr>
  <p:gridSpacing cx="90001" cy="9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6.xml"  /><Relationship Id="rId11" Type="http://schemas.openxmlformats.org/officeDocument/2006/relationships/slide" Target="slides/slide7.xml"  /><Relationship Id="rId12" Type="http://schemas.openxmlformats.org/officeDocument/2006/relationships/slide" Target="slides/slide8.xml"  /><Relationship Id="rId13" Type="http://schemas.openxmlformats.org/officeDocument/2006/relationships/slide" Target="slides/slide9.xml"  /><Relationship Id="rId14" Type="http://schemas.openxmlformats.org/officeDocument/2006/relationships/slide" Target="slides/slide10.xml"  /><Relationship Id="rId15" Type="http://schemas.openxmlformats.org/officeDocument/2006/relationships/slide" Target="slides/slide11.xml"  /><Relationship Id="rId16" Type="http://schemas.openxmlformats.org/officeDocument/2006/relationships/slide" Target="slides/slide12.xml"  /><Relationship Id="rId17" Type="http://schemas.openxmlformats.org/officeDocument/2006/relationships/slide" Target="slides/slide13.xml"  /><Relationship Id="rId18" Type="http://schemas.openxmlformats.org/officeDocument/2006/relationships/slide" Target="slides/slide14.xml"  /><Relationship Id="rId19" Type="http://schemas.openxmlformats.org/officeDocument/2006/relationships/slide" Target="slides/slide15.xml"  /><Relationship Id="rId2" Type="http://schemas.openxmlformats.org/officeDocument/2006/relationships/slideMaster" Target="slideMasters/slideMaster2.xml"  /><Relationship Id="rId20" Type="http://schemas.openxmlformats.org/officeDocument/2006/relationships/slide" Target="slides/slide16.xml"  /><Relationship Id="rId21" Type="http://schemas.openxmlformats.org/officeDocument/2006/relationships/slide" Target="slides/slide17.xml"  /><Relationship Id="rId22" Type="http://schemas.openxmlformats.org/officeDocument/2006/relationships/slide" Target="slides/slide18.xml"  /><Relationship Id="rId23" Type="http://schemas.openxmlformats.org/officeDocument/2006/relationships/presProps" Target="presProps.xml"  /><Relationship Id="rId24" Type="http://schemas.openxmlformats.org/officeDocument/2006/relationships/viewProps" Target="viewProps.xml"  /><Relationship Id="rId25" Type="http://schemas.openxmlformats.org/officeDocument/2006/relationships/theme" Target="theme/theme1.xml"  /><Relationship Id="rId26" Type="http://schemas.openxmlformats.org/officeDocument/2006/relationships/tableStyles" Target="tableStyles.xml"  /><Relationship Id="rId3" Type="http://schemas.openxmlformats.org/officeDocument/2006/relationships/notesMaster" Target="notesMasters/notesMaster1.xml"  /><Relationship Id="rId4" Type="http://schemas.openxmlformats.org/officeDocument/2006/relationships/handoutMaster" Target="handoutMasters/handoutMaster1.xml"  /><Relationship Id="rId5" Type="http://schemas.openxmlformats.org/officeDocument/2006/relationships/slide" Target="slides/slide1.xml"  /><Relationship Id="rId6" Type="http://schemas.openxmlformats.org/officeDocument/2006/relationships/slide" Target="slides/slide2.xml"  /><Relationship Id="rId7" Type="http://schemas.openxmlformats.org/officeDocument/2006/relationships/slide" Target="slides/slide3.xml"  /><Relationship Id="rId8" Type="http://schemas.openxmlformats.org/officeDocument/2006/relationships/slide" Target="slides/slide4.xml"  /><Relationship Id="rId9" Type="http://schemas.openxmlformats.org/officeDocument/2006/relationships/slide" Target="slides/slide5.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  /></Relationships>
</file>

<file path=ppt/handoutMasters/handoutMaster1.xml><?xml version="1.0" encoding="utf-8"?>
<p:handout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chemeClr val="bg1"/>
        </a:solidFill>
      </p:bgPr>
    </p:bg>
    <p:spTree>
      <p:nvGrpSpPr>
        <p:cNvPr id="1" name=""/>
        <p:cNvGrpSpPr/>
        <p:nvPr/>
      </p:nvGrpSpPr>
      <p:grpSpPr>
        <a:xfrm>
          <a:off x="0" y="0"/>
          <a:ext cx="0" cy="0"/>
          <a:chOff x="0" y="0"/>
          <a:chExt cx="0" cy="0"/>
        </a:xfrm>
      </p:grpSpPr>
      <p:sp>
        <p:nvSpPr>
          <p:cNvPr id="101378" name="Rectangle 2"/>
          <p:cNvSpPr>
            <a:spLocks noGrp="1" noChangeArrowheads="1"/>
          </p:cNvSpPr>
          <p:nvPr>
            <p:ph type="hdr" sz="quarter" idx="0"/>
          </p:nvPr>
        </p:nvSpPr>
        <p:spPr>
          <a:xfrm>
            <a:off x="0" y="0"/>
            <a:ext cx="2946400" cy="496809"/>
          </a:xfrm>
          <a:prstGeom prst="rect">
            <a:avLst/>
          </a:prstGeom>
          <a:noFill/>
          <a:ln>
            <a:noFill/>
          </a:ln>
          <a:effectLst/>
        </p:spPr>
        <p:txBody>
          <a:bodyPr vert="horz" wrap="square" lIns="91714" tIns="45857" rIns="91714" bIns="45857" anchor="t" anchorCtr="0">
            <a:prstTxWarp prst="textNoShape">
              <a:avLst/>
            </a:prstTxWarp>
          </a:bodyPr>
          <a:lstStyle>
            <a:lvl1pPr algn="l" defTabSz="917575">
              <a:defRPr sz="1200">
                <a:solidFill>
                  <a:schemeClr val="tx1"/>
                </a:solidFill>
                <a:latin typeface="Arial"/>
                <a:ea typeface="굴림"/>
              </a:defRPr>
            </a:lvl1pPr>
          </a:lstStyle>
          <a:p>
            <a:pPr>
              <a:defRPr/>
            </a:pPr>
            <a:r>
              <a:rPr lang="ko-KR" altLang="en-US"/>
              <a:t/>
            </a:r>
            <a:endParaRPr lang="ko-KR" altLang="en-US"/>
          </a:p>
        </p:txBody>
      </p:sp>
      <p:sp>
        <p:nvSpPr>
          <p:cNvPr id="101379" name="Rectangle 3"/>
          <p:cNvSpPr>
            <a:spLocks noGrp="1" noChangeArrowheads="1"/>
          </p:cNvSpPr>
          <p:nvPr>
            <p:ph type="dt" sz="quarter" idx="1"/>
          </p:nvPr>
        </p:nvSpPr>
        <p:spPr>
          <a:xfrm>
            <a:off x="3849688" y="0"/>
            <a:ext cx="2946400" cy="496809"/>
          </a:xfrm>
          <a:prstGeom prst="rect">
            <a:avLst/>
          </a:prstGeom>
          <a:noFill/>
          <a:ln>
            <a:noFill/>
          </a:ln>
          <a:effectLst/>
        </p:spPr>
        <p:txBody>
          <a:bodyPr vert="horz" wrap="square" lIns="91714" tIns="45857" rIns="91714" bIns="45857" anchor="t" anchorCtr="0">
            <a:prstTxWarp prst="textNoShape">
              <a:avLst/>
            </a:prstTxWarp>
          </a:bodyPr>
          <a:lstStyle>
            <a:lvl1pPr algn="r" defTabSz="917575">
              <a:defRPr sz="1200">
                <a:solidFill>
                  <a:schemeClr val="tx1"/>
                </a:solidFill>
                <a:latin typeface="Arial"/>
                <a:ea typeface="굴림"/>
              </a:defRPr>
            </a:lvl1pPr>
          </a:lstStyle>
          <a:p>
            <a:pPr>
              <a:defRPr/>
            </a:pPr>
            <a:r>
              <a:rPr lang="ko-KR" altLang="en-US"/>
              <a:t/>
            </a:r>
            <a:endParaRPr lang="ko-KR" altLang="en-US"/>
          </a:p>
        </p:txBody>
      </p:sp>
      <p:sp>
        <p:nvSpPr>
          <p:cNvPr id="101381" name="Rectangle 5"/>
          <p:cNvSpPr>
            <a:spLocks noGrp="1" noChangeArrowheads="1"/>
          </p:cNvSpPr>
          <p:nvPr>
            <p:ph type="sldNum" sz="quarter" idx="3"/>
          </p:nvPr>
        </p:nvSpPr>
        <p:spPr>
          <a:xfrm>
            <a:off x="3849688" y="9428242"/>
            <a:ext cx="2946400" cy="496809"/>
          </a:xfrm>
          <a:prstGeom prst="rect">
            <a:avLst/>
          </a:prstGeom>
          <a:noFill/>
          <a:ln>
            <a:noFill/>
          </a:ln>
          <a:effectLst/>
        </p:spPr>
        <p:txBody>
          <a:bodyPr vert="horz" wrap="square" lIns="91714" tIns="45857" rIns="91714" bIns="45857" anchor="b" anchorCtr="0">
            <a:prstTxWarp prst="textNoShape">
              <a:avLst/>
            </a:prstTxWarp>
          </a:bodyPr>
          <a:lstStyle>
            <a:lvl1pPr algn="r" defTabSz="917575">
              <a:defRPr sz="1200">
                <a:solidFill>
                  <a:schemeClr val="tx1"/>
                </a:solidFill>
                <a:latin typeface="Arial"/>
                <a:ea typeface="굴림"/>
              </a:defRPr>
            </a:lvl1pPr>
          </a:lstStyle>
          <a:p>
            <a:pPr>
              <a:defRPr/>
            </a:pPr>
            <a:fld id="{324A1115-9F2D-4D68-85C5-5EC1194C2543}" type="slidenum">
              <a:rPr lang="en-US" altLang="ko-KR"/>
              <a:pPr>
                <a:defRPr/>
              </a:pPr>
              <a:t>‹#›</a:t>
            </a:fld>
            <a:endParaRPr lang="en-US" altLang="ko-KR"/>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chemeClr val="bg1"/>
        </a:solidFill>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idx="0"/>
          </p:nvPr>
        </p:nvSpPr>
        <p:spPr>
          <a:xfrm>
            <a:off x="0" y="0"/>
            <a:ext cx="2946400" cy="496809"/>
          </a:xfrm>
          <a:prstGeom prst="rect">
            <a:avLst/>
          </a:prstGeom>
          <a:noFill/>
          <a:ln>
            <a:noFill/>
          </a:ln>
          <a:effectLst/>
        </p:spPr>
        <p:txBody>
          <a:bodyPr vert="horz" wrap="square" lIns="91714" tIns="45857" rIns="91714" bIns="45857" anchor="t" anchorCtr="0">
            <a:prstTxWarp prst="textNoShape">
              <a:avLst/>
            </a:prstTxWarp>
          </a:bodyPr>
          <a:lstStyle>
            <a:lvl1pPr algn="l" defTabSz="917575">
              <a:defRPr sz="1200">
                <a:solidFill>
                  <a:schemeClr val="tx1"/>
                </a:solidFill>
                <a:latin typeface="Arial"/>
                <a:ea typeface="굴림"/>
              </a:defRPr>
            </a:lvl1pPr>
          </a:lstStyle>
          <a:p>
            <a:pPr>
              <a:defRPr/>
            </a:pPr>
            <a:r>
              <a:rPr lang="ko-KR" altLang="en-US"/>
              <a:t/>
            </a:r>
            <a:endParaRPr lang="ko-KR" altLang="en-US"/>
          </a:p>
        </p:txBody>
      </p:sp>
      <p:sp>
        <p:nvSpPr>
          <p:cNvPr id="52227" name="Rectangle 3"/>
          <p:cNvSpPr>
            <a:spLocks noGrp="1" noChangeArrowheads="1"/>
          </p:cNvSpPr>
          <p:nvPr>
            <p:ph type="dt" idx="1"/>
          </p:nvPr>
        </p:nvSpPr>
        <p:spPr>
          <a:xfrm>
            <a:off x="3849688" y="0"/>
            <a:ext cx="2946400" cy="496809"/>
          </a:xfrm>
          <a:prstGeom prst="rect">
            <a:avLst/>
          </a:prstGeom>
          <a:noFill/>
          <a:ln>
            <a:noFill/>
          </a:ln>
          <a:effectLst/>
        </p:spPr>
        <p:txBody>
          <a:bodyPr vert="horz" wrap="square" lIns="91714" tIns="45857" rIns="91714" bIns="45857" anchor="t" anchorCtr="0">
            <a:prstTxWarp prst="textNoShape">
              <a:avLst/>
            </a:prstTxWarp>
          </a:bodyPr>
          <a:lstStyle>
            <a:lvl1pPr algn="r" defTabSz="917575">
              <a:defRPr sz="1200">
                <a:solidFill>
                  <a:schemeClr val="tx1"/>
                </a:solidFill>
                <a:latin typeface="Arial"/>
                <a:ea typeface="굴림"/>
              </a:defRPr>
            </a:lvl1pPr>
          </a:lstStyle>
          <a:p>
            <a:pPr>
              <a:defRPr/>
            </a:pPr>
            <a:r>
              <a:rPr lang="ko-KR" altLang="en-US"/>
              <a:t/>
            </a:r>
            <a:endParaRPr lang="ko-KR" altLang="en-US"/>
          </a:p>
        </p:txBody>
      </p:sp>
      <p:sp>
        <p:nvSpPr>
          <p:cNvPr id="15364" name="Rectangle 4"/>
          <p:cNvSpPr>
            <a:spLocks noGrp="1" noRot="1" noChangeAspect="1" noChangeArrowheads="1" noTextEdit="1"/>
          </p:cNvSpPr>
          <p:nvPr>
            <p:ph type="sldImg" idx="2"/>
          </p:nvPr>
        </p:nvSpPr>
        <p:spPr>
          <a:xfrm>
            <a:off x="917575" y="744538"/>
            <a:ext cx="4964113" cy="3722687"/>
          </a:xfrm>
          <a:prstGeom prst="rect">
            <a:avLst/>
          </a:prstGeom>
          <a:noFill/>
          <a:ln w="9525">
            <a:solidFill>
              <a:srgbClr val="000000"/>
            </a:solidFill>
            <a:miter/>
          </a:ln>
          <a:effectLst/>
        </p:spPr>
      </p:sp>
      <p:sp>
        <p:nvSpPr>
          <p:cNvPr id="52229" name="Rectangle 5"/>
          <p:cNvSpPr>
            <a:spLocks noGrp="1" noChangeArrowheads="1"/>
          </p:cNvSpPr>
          <p:nvPr>
            <p:ph type="body" sz="quarter" idx="3"/>
          </p:nvPr>
        </p:nvSpPr>
        <p:spPr>
          <a:xfrm>
            <a:off x="681038" y="4715710"/>
            <a:ext cx="5435600" cy="4466511"/>
          </a:xfrm>
          <a:prstGeom prst="rect">
            <a:avLst/>
          </a:prstGeom>
          <a:noFill/>
          <a:ln>
            <a:noFill/>
          </a:ln>
          <a:effectLst/>
        </p:spPr>
        <p:txBody>
          <a:bodyPr vert="horz" wrap="square" lIns="91714" tIns="45857" rIns="91714" bIns="45857" anchor="t" anchorCtr="0">
            <a:prstTxWarp prst="textNoShape">
              <a:avLst/>
            </a:prstTxWarp>
          </a:bodyPr>
          <a:lstStyle/>
          <a:p>
            <a:pPr lvl="0">
              <a:defRPr/>
            </a:pPr>
            <a:r>
              <a:rPr lang="en-US" altLang="ko-KR"/>
              <a:t>Click to edit Master text styles</a:t>
            </a:r>
            <a:endParaRPr lang="en-US" altLang="ko-KR"/>
          </a:p>
          <a:p>
            <a:pPr lvl="1">
              <a:defRPr/>
            </a:pPr>
            <a:r>
              <a:rPr lang="en-US" altLang="ko-KR"/>
              <a:t>Second level</a:t>
            </a:r>
            <a:endParaRPr lang="en-US" altLang="ko-KR"/>
          </a:p>
          <a:p>
            <a:pPr lvl="2">
              <a:defRPr/>
            </a:pPr>
            <a:r>
              <a:rPr lang="en-US" altLang="ko-KR"/>
              <a:t>Third level</a:t>
            </a:r>
            <a:endParaRPr lang="en-US" altLang="ko-KR"/>
          </a:p>
          <a:p>
            <a:pPr lvl="3">
              <a:defRPr/>
            </a:pPr>
            <a:r>
              <a:rPr lang="en-US" altLang="ko-KR"/>
              <a:t>Fourth level</a:t>
            </a:r>
            <a:endParaRPr lang="en-US" altLang="ko-KR"/>
          </a:p>
          <a:p>
            <a:pPr lvl="4">
              <a:defRPr/>
            </a:pPr>
            <a:r>
              <a:rPr lang="en-US" altLang="ko-KR"/>
              <a:t>Fifth level</a:t>
            </a:r>
            <a:endParaRPr lang="en-US" altLang="ko-KR"/>
          </a:p>
        </p:txBody>
      </p:sp>
      <p:sp>
        <p:nvSpPr>
          <p:cNvPr id="52230" name="Rectangle 6"/>
          <p:cNvSpPr>
            <a:spLocks noGrp="1" noChangeArrowheads="1"/>
          </p:cNvSpPr>
          <p:nvPr>
            <p:ph type="ftr" sz="quarter" idx="4"/>
          </p:nvPr>
        </p:nvSpPr>
        <p:spPr>
          <a:xfrm>
            <a:off x="0" y="9428242"/>
            <a:ext cx="2946400" cy="496809"/>
          </a:xfrm>
          <a:prstGeom prst="rect">
            <a:avLst/>
          </a:prstGeom>
          <a:noFill/>
          <a:ln>
            <a:noFill/>
          </a:ln>
          <a:effectLst/>
        </p:spPr>
        <p:txBody>
          <a:bodyPr vert="horz" wrap="square" lIns="91714" tIns="45857" rIns="91714" bIns="45857" anchor="b" anchorCtr="0">
            <a:prstTxWarp prst="textNoShape">
              <a:avLst/>
            </a:prstTxWarp>
          </a:bodyPr>
          <a:lstStyle>
            <a:lvl1pPr algn="l" defTabSz="917575">
              <a:defRPr sz="1200">
                <a:solidFill>
                  <a:schemeClr val="tx1"/>
                </a:solidFill>
                <a:latin typeface="Arial"/>
                <a:ea typeface="굴림"/>
              </a:defRPr>
            </a:lvl1pPr>
          </a:lstStyle>
          <a:p>
            <a:pPr>
              <a:defRPr/>
            </a:pPr>
            <a:r>
              <a:rPr lang="ko-KR" altLang="en-US"/>
              <a:t/>
            </a:r>
            <a:endParaRPr lang="ko-KR" altLang="en-US"/>
          </a:p>
        </p:txBody>
      </p:sp>
      <p:sp>
        <p:nvSpPr>
          <p:cNvPr id="52231" name="Rectangle 7"/>
          <p:cNvSpPr>
            <a:spLocks noGrp="1" noChangeArrowheads="1"/>
          </p:cNvSpPr>
          <p:nvPr>
            <p:ph type="sldNum" sz="quarter" idx="5"/>
          </p:nvPr>
        </p:nvSpPr>
        <p:spPr>
          <a:xfrm>
            <a:off x="3849688" y="9428242"/>
            <a:ext cx="2946400" cy="496809"/>
          </a:xfrm>
          <a:prstGeom prst="rect">
            <a:avLst/>
          </a:prstGeom>
          <a:noFill/>
          <a:ln>
            <a:noFill/>
          </a:ln>
          <a:effectLst/>
        </p:spPr>
        <p:txBody>
          <a:bodyPr vert="horz" wrap="square" lIns="91714" tIns="45857" rIns="91714" bIns="45857" anchor="b" anchorCtr="0">
            <a:prstTxWarp prst="textNoShape">
              <a:avLst/>
            </a:prstTxWarp>
          </a:bodyPr>
          <a:lstStyle>
            <a:lvl1pPr algn="r" defTabSz="917575">
              <a:defRPr sz="1200">
                <a:solidFill>
                  <a:schemeClr val="tx1"/>
                </a:solidFill>
                <a:latin typeface="Arial"/>
                <a:ea typeface="굴림"/>
              </a:defRPr>
            </a:lvl1pPr>
          </a:lstStyle>
          <a:p>
            <a:pPr>
              <a:defRPr/>
            </a:pPr>
            <a:fld id="{BDE6D3F4-B44C-4D4D-B492-8788D90AD2BB}" type="slidenum">
              <a:rPr lang="en-US" altLang="ko-KR"/>
              <a:pPr>
                <a:defRPr/>
              </a:pPr>
              <a:t>‹#›</a:t>
            </a:fld>
            <a:endParaRPr lang="en-US" altLang="ko-K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a:ea typeface="+mn-ea"/>
        <a:cs typeface="+mn-cs"/>
      </a:defRPr>
    </a:lvl1pPr>
    <a:lvl2pPr marL="457200" algn="l" rtl="0" eaLnBrk="0" fontAlgn="base" hangingPunct="0">
      <a:spcBef>
        <a:spcPct val="30000"/>
      </a:spcBef>
      <a:spcAft>
        <a:spcPct val="0"/>
      </a:spcAft>
      <a:defRPr sz="1200" kern="1200">
        <a:solidFill>
          <a:schemeClr val="tx1"/>
        </a:solidFill>
        <a:latin typeface="Arial"/>
        <a:ea typeface="+mn-ea"/>
        <a:cs typeface="+mn-cs"/>
      </a:defRPr>
    </a:lvl2pPr>
    <a:lvl3pPr marL="914400" algn="l" rtl="0" eaLnBrk="0" fontAlgn="base" hangingPunct="0">
      <a:spcBef>
        <a:spcPct val="30000"/>
      </a:spcBef>
      <a:spcAft>
        <a:spcPct val="0"/>
      </a:spcAft>
      <a:defRPr sz="1200" kern="1200">
        <a:solidFill>
          <a:schemeClr val="tx1"/>
        </a:solidFill>
        <a:latin typeface="Arial"/>
        <a:ea typeface="+mn-ea"/>
        <a:cs typeface="+mn-cs"/>
      </a:defRPr>
    </a:lvl3pPr>
    <a:lvl4pPr marL="1371600" algn="l" rtl="0" eaLnBrk="0" fontAlgn="base" hangingPunct="0">
      <a:spcBef>
        <a:spcPct val="30000"/>
      </a:spcBef>
      <a:spcAft>
        <a:spcPct val="0"/>
      </a:spcAft>
      <a:defRPr sz="1200" kern="1200">
        <a:solidFill>
          <a:schemeClr val="tx1"/>
        </a:solidFill>
        <a:latin typeface="Arial"/>
        <a:ea typeface="+mn-ea"/>
        <a:cs typeface="+mn-cs"/>
      </a:defRPr>
    </a:lvl4pPr>
    <a:lvl5pPr marL="1828800" algn="l" rtl="0" eaLnBrk="0" fontAlgn="base" hangingPunct="0">
      <a:spcBef>
        <a:spcPct val="30000"/>
      </a:spcBef>
      <a:spcAft>
        <a:spcPct val="0"/>
      </a:spcAft>
      <a:defRPr sz="1200" kern="1200">
        <a:solidFill>
          <a:schemeClr val="tx1"/>
        </a:solidFill>
        <a:latin typeface="Arial"/>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5.xml"  /><Relationship Id="rId2"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6.xml"  /><Relationship Id="rId2"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7.xml"  /><Relationship Id="rId2" Type="http://schemas.openxmlformats.org/officeDocument/2006/relationships/notesMaster" Target="../notesMasters/notesMaster1.xml"  /></Relationships>
</file>

<file path=ppt/notesSlides/notesSlide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idx="0"/>
          </p:nvPr>
        </p:nvSpPr>
        <p:spPr/>
      </p:sp>
      <p:sp>
        <p:nvSpPr>
          <p:cNvPr id="3" name="슬라이드 노트 개체 틀 2"/>
          <p:cNvSpPr>
            <a:spLocks noGrp="1"/>
          </p:cNvSpPr>
          <p:nvPr>
            <p:ph type="body" idx="1"/>
          </p:nvPr>
        </p:nvSpPr>
        <p:spPr/>
        <p:txBody>
          <a:bodyPr/>
          <a:lstStyle/>
          <a:p>
            <a:pPr lvl="0">
              <a:defRPr/>
            </a:pPr>
            <a:r>
              <a:rPr lang="ko-KR" altLang="en-US"/>
              <a:t/>
            </a:r>
            <a:endParaRPr lang="ko-KR" altLang="en-US"/>
          </a:p>
        </p:txBody>
      </p:sp>
      <p:sp>
        <p:nvSpPr>
          <p:cNvPr id="4" name="슬라이드 번호 개체 틀 3"/>
          <p:cNvSpPr>
            <a:spLocks noGrp="1"/>
          </p:cNvSpPr>
          <p:nvPr>
            <p:ph type="sldNum" sz="quarter" idx="10"/>
          </p:nvPr>
        </p:nvSpPr>
        <p:spPr/>
        <p:txBody>
          <a:bodyPr/>
          <a:lstStyle/>
          <a:p>
            <a:pPr lvl="0">
              <a:defRPr/>
            </a:pPr>
            <a:fld id="{7CDBBC22-C944-46CC-B224-F57B82CD79F9}" type="slidenum">
              <a:rPr lang="en-US" altLang="en-US"/>
              <a:pPr lvl="0">
                <a:defRPr/>
              </a:pPr>
              <a:t>1</a:t>
            </a:fld>
            <a:endParaRPr lang="en-US" altLang="en-US"/>
          </a:p>
        </p:txBody>
      </p:sp>
    </p:spTree>
  </p:cSld>
  <p:clrMapOvr>
    <a:masterClrMapping/>
  </p:clrMapOvr>
</p:notes>
</file>

<file path=ppt/notesSlides/notesSlide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idx="0"/>
          </p:nvPr>
        </p:nvSpPr>
        <p:spPr/>
      </p:sp>
      <p:sp>
        <p:nvSpPr>
          <p:cNvPr id="3" name="슬라이드 노트 개체 틀 2"/>
          <p:cNvSpPr>
            <a:spLocks noGrp="1"/>
          </p:cNvSpPr>
          <p:nvPr>
            <p:ph type="body" idx="1"/>
          </p:nvPr>
        </p:nvSpPr>
        <p:spPr/>
        <p:txBody>
          <a:bodyPr/>
          <a:lstStyle/>
          <a:p>
            <a:pPr lvl="0">
              <a:defRPr/>
            </a:pPr>
            <a:r>
              <a:rPr lang="ko-KR" altLang="en-US"/>
              <a:t/>
            </a:r>
            <a:endParaRPr lang="ko-KR" altLang="en-US"/>
          </a:p>
        </p:txBody>
      </p:sp>
      <p:sp>
        <p:nvSpPr>
          <p:cNvPr id="4" name="슬라이드 번호 개체 틀 3"/>
          <p:cNvSpPr>
            <a:spLocks noGrp="1"/>
          </p:cNvSpPr>
          <p:nvPr>
            <p:ph type="sldNum" sz="quarter" idx="10"/>
          </p:nvPr>
        </p:nvSpPr>
        <p:spPr/>
        <p:txBody>
          <a:bodyPr/>
          <a:lstStyle/>
          <a:p>
            <a:pPr lvl="0">
              <a:defRPr/>
            </a:pPr>
            <a:fld id="{7CDBBC22-C944-46CC-B224-F57B82CD79F9}" type="slidenum">
              <a:rPr lang="en-US" altLang="en-US"/>
              <a:pPr lvl="0">
                <a:defRPr/>
              </a:pPr>
              <a:t>2</a:t>
            </a:fld>
            <a:endParaRPr lang="en-US" altLang="en-US"/>
          </a:p>
        </p:txBody>
      </p:sp>
    </p:spTree>
  </p:cSld>
  <p:clrMapOvr>
    <a:masterClrMapping/>
  </p:clrMapOvr>
</p:notes>
</file>

<file path=ppt/notesSlides/notesSlide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idx="0"/>
          </p:nvPr>
        </p:nvSpPr>
        <p:spPr/>
      </p:sp>
      <p:sp>
        <p:nvSpPr>
          <p:cNvPr id="3" name="슬라이드 노트 개체 틀 2"/>
          <p:cNvSpPr>
            <a:spLocks noGrp="1"/>
          </p:cNvSpPr>
          <p:nvPr>
            <p:ph type="body" idx="1"/>
          </p:nvPr>
        </p:nvSpPr>
        <p:spPr/>
        <p:txBody>
          <a:bodyPr/>
          <a:lstStyle/>
          <a:p>
            <a:pPr lvl="0">
              <a:defRPr/>
            </a:pPr>
            <a:r>
              <a:rPr lang="ko-KR" altLang="en-US"/>
              <a:t/>
            </a:r>
            <a:endParaRPr lang="ko-KR" altLang="en-US"/>
          </a:p>
        </p:txBody>
      </p:sp>
      <p:sp>
        <p:nvSpPr>
          <p:cNvPr id="4" name="슬라이드 번호 개체 틀 3"/>
          <p:cNvSpPr>
            <a:spLocks noGrp="1"/>
          </p:cNvSpPr>
          <p:nvPr>
            <p:ph type="sldNum" sz="quarter" idx="10"/>
          </p:nvPr>
        </p:nvSpPr>
        <p:spPr/>
        <p:txBody>
          <a:bodyPr/>
          <a:lstStyle/>
          <a:p>
            <a:pPr lvl="0">
              <a:defRPr/>
            </a:pPr>
            <a:fld id="{7CDBBC22-C944-46CC-B224-F57B82CD79F9}" type="slidenum">
              <a:rPr lang="en-US" altLang="en-US"/>
              <a:pPr lvl="0">
                <a:defRPr/>
              </a:pPr>
              <a:t>3</a:t>
            </a:fld>
            <a:endParaRPr lang="en-US" altLang="en-US"/>
          </a:p>
        </p:txBody>
      </p:sp>
    </p:spTree>
  </p:cSld>
  <p:clrMapOvr>
    <a:masterClrMapping/>
  </p:clrMapOvr>
</p:notes>
</file>

<file path=ppt/notesSlides/notesSlide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idx="0"/>
          </p:nvPr>
        </p:nvSpPr>
        <p:spPr/>
      </p:sp>
      <p:sp>
        <p:nvSpPr>
          <p:cNvPr id="3" name="슬라이드 노트 개체 틀 2"/>
          <p:cNvSpPr>
            <a:spLocks noGrp="1"/>
          </p:cNvSpPr>
          <p:nvPr>
            <p:ph type="body" idx="1"/>
          </p:nvPr>
        </p:nvSpPr>
        <p:spPr/>
        <p:txBody>
          <a:bodyPr/>
          <a:lstStyle/>
          <a:p>
            <a:pPr lvl="0">
              <a:defRPr/>
            </a:pPr>
            <a:r>
              <a:rPr lang="ko-KR" altLang="en-US"/>
              <a:t/>
            </a:r>
            <a:endParaRPr lang="ko-KR" altLang="en-US"/>
          </a:p>
        </p:txBody>
      </p:sp>
      <p:sp>
        <p:nvSpPr>
          <p:cNvPr id="4" name="슬라이드 번호 개체 틀 3"/>
          <p:cNvSpPr>
            <a:spLocks noGrp="1"/>
          </p:cNvSpPr>
          <p:nvPr>
            <p:ph type="sldNum" sz="quarter" idx="10"/>
          </p:nvPr>
        </p:nvSpPr>
        <p:spPr/>
        <p:txBody>
          <a:bodyPr/>
          <a:lstStyle/>
          <a:p>
            <a:pPr lvl="0">
              <a:defRPr/>
            </a:pPr>
            <a:fld id="{7CDBBC22-C944-46CC-B224-F57B82CD79F9}" type="slidenum">
              <a:rPr lang="en-US" altLang="en-US"/>
              <a:pPr lvl="0">
                <a:defRPr/>
              </a:pPr>
              <a:t>4</a:t>
            </a:fld>
            <a:endParaRPr lang="en-US" altLang="en-US"/>
          </a:p>
        </p:txBody>
      </p:sp>
    </p:spTree>
  </p:cSld>
  <p:clrMapOvr>
    <a:masterClrMapping/>
  </p:clrMapOvr>
</p:notes>
</file>

<file path=ppt/notesSlides/notesSlide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idx="0"/>
          </p:nvPr>
        </p:nvSpPr>
        <p:spPr/>
      </p:sp>
      <p:sp>
        <p:nvSpPr>
          <p:cNvPr id="3" name="슬라이드 노트 개체 틀 2"/>
          <p:cNvSpPr>
            <a:spLocks noGrp="1"/>
          </p:cNvSpPr>
          <p:nvPr>
            <p:ph type="body" idx="1"/>
          </p:nvPr>
        </p:nvSpPr>
        <p:spPr/>
        <p:txBody>
          <a:bodyPr/>
          <a:lstStyle/>
          <a:p>
            <a:pPr lvl="0">
              <a:defRPr/>
            </a:pPr>
            <a:r>
              <a:rPr lang="ko-KR" altLang="en-US"/>
              <a:t/>
            </a:r>
            <a:endParaRPr lang="ko-KR" altLang="en-US"/>
          </a:p>
        </p:txBody>
      </p:sp>
      <p:sp>
        <p:nvSpPr>
          <p:cNvPr id="4" name="슬라이드 번호 개체 틀 3"/>
          <p:cNvSpPr>
            <a:spLocks noGrp="1"/>
          </p:cNvSpPr>
          <p:nvPr>
            <p:ph type="sldNum" sz="quarter" idx="10"/>
          </p:nvPr>
        </p:nvSpPr>
        <p:spPr/>
        <p:txBody>
          <a:bodyPr/>
          <a:lstStyle/>
          <a:p>
            <a:pPr lvl="0">
              <a:defRPr/>
            </a:pPr>
            <a:fld id="{7CDBBC22-C944-46CC-B224-F57B82CD79F9}" type="slidenum">
              <a:rPr lang="en-US" altLang="en-US"/>
              <a:pPr lvl="0">
                <a:defRPr/>
              </a:pPr>
              <a:t>5</a:t>
            </a:fld>
            <a:endParaRPr lang="en-US" altLang="en-US"/>
          </a:p>
        </p:txBody>
      </p:sp>
    </p:spTree>
  </p:cSld>
  <p:clrMapOvr>
    <a:masterClrMapping/>
  </p:clrMapOvr>
</p:notes>
</file>

<file path=ppt/notesSlides/notesSlide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idx="0"/>
          </p:nvPr>
        </p:nvSpPr>
        <p:spPr/>
      </p:sp>
      <p:sp>
        <p:nvSpPr>
          <p:cNvPr id="3" name="슬라이드 노트 개체 틀 2"/>
          <p:cNvSpPr>
            <a:spLocks noGrp="1"/>
          </p:cNvSpPr>
          <p:nvPr>
            <p:ph type="body" idx="1"/>
          </p:nvPr>
        </p:nvSpPr>
        <p:spPr/>
        <p:txBody>
          <a:bodyPr/>
          <a:lstStyle/>
          <a:p>
            <a:pPr lvl="0">
              <a:defRPr/>
            </a:pPr>
            <a:r>
              <a:rPr lang="ko-KR" altLang="en-US"/>
              <a:t/>
            </a:r>
            <a:endParaRPr lang="ko-KR" altLang="en-US"/>
          </a:p>
        </p:txBody>
      </p:sp>
      <p:sp>
        <p:nvSpPr>
          <p:cNvPr id="4" name="슬라이드 번호 개체 틀 3"/>
          <p:cNvSpPr>
            <a:spLocks noGrp="1"/>
          </p:cNvSpPr>
          <p:nvPr>
            <p:ph type="sldNum" sz="quarter" idx="10"/>
          </p:nvPr>
        </p:nvSpPr>
        <p:spPr/>
        <p:txBody>
          <a:bodyPr/>
          <a:lstStyle/>
          <a:p>
            <a:pPr lvl="0">
              <a:defRPr/>
            </a:pPr>
            <a:fld id="{7CDBBC22-C944-46CC-B224-F57B82CD79F9}" type="slidenum">
              <a:rPr lang="en-US" altLang="en-US"/>
              <a:pPr lvl="0">
                <a:defRPr/>
              </a:pPr>
              <a:t>6</a:t>
            </a:fld>
            <a:endParaRPr lang="en-US" altLang="en-US"/>
          </a:p>
        </p:txBody>
      </p:sp>
    </p:spTree>
  </p:cSld>
  <p:clrMapOvr>
    <a:masterClrMapping/>
  </p:clrMapOvr>
</p:notes>
</file>

<file path=ppt/notesSlides/notesSlide7.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idx="0"/>
          </p:nvPr>
        </p:nvSpPr>
        <p:spPr/>
      </p:sp>
      <p:sp>
        <p:nvSpPr>
          <p:cNvPr id="3" name="슬라이드 노트 개체 틀 2"/>
          <p:cNvSpPr>
            <a:spLocks noGrp="1"/>
          </p:cNvSpPr>
          <p:nvPr>
            <p:ph type="body" idx="1"/>
          </p:nvPr>
        </p:nvSpPr>
        <p:spPr/>
        <p:txBody>
          <a:bodyPr/>
          <a:lstStyle/>
          <a:p>
            <a:pPr lvl="0">
              <a:defRPr/>
            </a:pPr>
            <a:r>
              <a:rPr lang="ko-KR" altLang="en-US"/>
              <a:t/>
            </a:r>
            <a:endParaRPr lang="ko-KR" altLang="en-US"/>
          </a:p>
        </p:txBody>
      </p:sp>
      <p:sp>
        <p:nvSpPr>
          <p:cNvPr id="4" name="슬라이드 번호 개체 틀 3"/>
          <p:cNvSpPr>
            <a:spLocks noGrp="1"/>
          </p:cNvSpPr>
          <p:nvPr>
            <p:ph type="sldNum" sz="quarter" idx="10"/>
          </p:nvPr>
        </p:nvSpPr>
        <p:spPr/>
        <p:txBody>
          <a:bodyPr/>
          <a:lstStyle/>
          <a:p>
            <a:pPr lvl="0">
              <a:defRPr/>
            </a:pPr>
            <a:fld id="{7CDBBC22-C944-46CC-B224-F57B82CD79F9}" type="slidenum">
              <a:rPr lang="en-US" altLang="en-US"/>
              <a:pPr lvl="0">
                <a:defRPr/>
              </a:pPr>
              <a:t>7</a:t>
            </a:fld>
            <a:endParaRPr lang="en-US" altLang="en-US"/>
          </a:p>
        </p:txBody>
      </p:sp>
    </p:spTree>
  </p:cSld>
  <p:clrMapOvr>
    <a:masterClrMapping/>
  </p:clrMapOvr>
</p:notes>
</file>

<file path=ppt/notesSlides/notesSlide8.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idx="0"/>
          </p:nvPr>
        </p:nvSpPr>
        <p:spPr/>
      </p:sp>
      <p:sp>
        <p:nvSpPr>
          <p:cNvPr id="3" name="슬라이드 노트 개체 틀 2"/>
          <p:cNvSpPr>
            <a:spLocks noGrp="1"/>
          </p:cNvSpPr>
          <p:nvPr>
            <p:ph type="body" idx="1"/>
          </p:nvPr>
        </p:nvSpPr>
        <p:spPr/>
        <p:txBody>
          <a:bodyPr/>
          <a:lstStyle/>
          <a:p>
            <a:pPr lvl="0">
              <a:defRPr/>
            </a:pPr>
            <a:r>
              <a:rPr lang="ko-KR" altLang="en-US"/>
              <a:t/>
            </a:r>
            <a:endParaRPr lang="ko-KR" altLang="en-US"/>
          </a:p>
        </p:txBody>
      </p:sp>
      <p:sp>
        <p:nvSpPr>
          <p:cNvPr id="4" name="슬라이드 번호 개체 틀 3"/>
          <p:cNvSpPr>
            <a:spLocks noGrp="1"/>
          </p:cNvSpPr>
          <p:nvPr>
            <p:ph type="sldNum" sz="quarter" idx="10"/>
          </p:nvPr>
        </p:nvSpPr>
        <p:spPr/>
        <p:txBody>
          <a:bodyPr/>
          <a:lstStyle/>
          <a:p>
            <a:pPr lvl="0">
              <a:defRPr/>
            </a:pPr>
            <a:fld id="{7CDBBC22-C944-46CC-B224-F57B82CD79F9}" type="slidenum">
              <a:rPr lang="en-US" altLang="en-US"/>
              <a:pPr lvl="0">
                <a:defRPr/>
              </a:pPr>
              <a:t>8</a:t>
            </a:fld>
            <a:endParaRPr lang="en-US" altLang="en-US"/>
          </a:p>
        </p:txBody>
      </p:sp>
    </p:spTree>
  </p:cSld>
  <p:clrMapOvr>
    <a:masterClrMapping/>
  </p:clrMapOvr>
</p:notes>
</file>

<file path=ppt/notesSlides/notesSlide9.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idx="0"/>
          </p:nvPr>
        </p:nvSpPr>
        <p:spPr/>
      </p:sp>
      <p:sp>
        <p:nvSpPr>
          <p:cNvPr id="3" name="슬라이드 노트 개체 틀 2"/>
          <p:cNvSpPr>
            <a:spLocks noGrp="1"/>
          </p:cNvSpPr>
          <p:nvPr>
            <p:ph type="body" idx="1"/>
          </p:nvPr>
        </p:nvSpPr>
        <p:spPr/>
        <p:txBody>
          <a:bodyPr/>
          <a:lstStyle/>
          <a:p>
            <a:pPr lvl="0">
              <a:defRPr/>
            </a:pPr>
            <a:r>
              <a:rPr lang="ko-KR" altLang="en-US"/>
              <a:t/>
            </a:r>
            <a:endParaRPr lang="ko-KR" altLang="en-US"/>
          </a:p>
        </p:txBody>
      </p:sp>
      <p:sp>
        <p:nvSpPr>
          <p:cNvPr id="4" name="슬라이드 번호 개체 틀 3"/>
          <p:cNvSpPr>
            <a:spLocks noGrp="1"/>
          </p:cNvSpPr>
          <p:nvPr>
            <p:ph type="sldNum" sz="quarter" idx="10"/>
          </p:nvPr>
        </p:nvSpPr>
        <p:spPr/>
        <p:txBody>
          <a:bodyPr/>
          <a:lstStyle/>
          <a:p>
            <a:pPr lvl="0">
              <a:defRPr/>
            </a:pPr>
            <a:fld id="{7CDBBC22-C944-46CC-B224-F57B82CD79F9}" type="slidenum">
              <a:rPr lang="en-US" altLang="en-US"/>
              <a:pPr lvl="0">
                <a:defRPr/>
              </a:pPr>
              <a:t>9</a:t>
            </a:fld>
            <a:endParaRPr lang="en-US" altLang="en-US"/>
          </a:p>
        </p:txBody>
      </p:sp>
    </p:spTree>
  </p:cSld>
  <p:clrMapOvr>
    <a:masterClrMapping/>
  </p:clrMapOvr>
</p:notes>
</file>

<file path=ppt/notesSlides/notesSlide10.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idx="0"/>
          </p:nvPr>
        </p:nvSpPr>
        <p:spPr/>
      </p:sp>
      <p:sp>
        <p:nvSpPr>
          <p:cNvPr id="3" name="슬라이드 노트 개체 틀 2"/>
          <p:cNvSpPr>
            <a:spLocks noGrp="1"/>
          </p:cNvSpPr>
          <p:nvPr>
            <p:ph type="body" idx="1"/>
          </p:nvPr>
        </p:nvSpPr>
        <p:spPr/>
        <p:txBody>
          <a:bodyPr/>
          <a:lstStyle/>
          <a:p>
            <a:pPr lvl="0">
              <a:defRPr/>
            </a:pPr>
            <a:r>
              <a:rPr lang="ko-KR" altLang="en-US"/>
              <a:t/>
            </a:r>
            <a:endParaRPr lang="ko-KR" altLang="en-US"/>
          </a:p>
        </p:txBody>
      </p:sp>
      <p:sp>
        <p:nvSpPr>
          <p:cNvPr id="4" name="슬라이드 번호 개체 틀 3"/>
          <p:cNvSpPr>
            <a:spLocks noGrp="1"/>
          </p:cNvSpPr>
          <p:nvPr>
            <p:ph type="sldNum" sz="quarter" idx="10"/>
          </p:nvPr>
        </p:nvSpPr>
        <p:spPr/>
        <p:txBody>
          <a:bodyPr/>
          <a:lstStyle/>
          <a:p>
            <a:pPr lvl="0">
              <a:defRPr/>
            </a:pPr>
            <a:fld id="{7CDBBC22-C944-46CC-B224-F57B82CD79F9}" type="slidenum">
              <a:rPr lang="en-US" altLang="en-US"/>
              <a:pPr lvl="0">
                <a:defRPr/>
              </a:pPr>
              <a:t>10</a:t>
            </a:fld>
            <a:endParaRPr lang="en-US" altLang="en-US"/>
          </a:p>
        </p:txBody>
      </p:sp>
    </p:spTree>
  </p:cSld>
  <p:clrMapOvr>
    <a:masterClrMapping/>
  </p:clrMapOvr>
</p:notes>
</file>

<file path=ppt/notesSlides/notesSlide1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idx="0"/>
          </p:nvPr>
        </p:nvSpPr>
        <p:spPr/>
      </p:sp>
      <p:sp>
        <p:nvSpPr>
          <p:cNvPr id="3" name="슬라이드 노트 개체 틀 2"/>
          <p:cNvSpPr>
            <a:spLocks noGrp="1"/>
          </p:cNvSpPr>
          <p:nvPr>
            <p:ph type="body" idx="1"/>
          </p:nvPr>
        </p:nvSpPr>
        <p:spPr/>
        <p:txBody>
          <a:bodyPr/>
          <a:lstStyle/>
          <a:p>
            <a:pPr lvl="0">
              <a:defRPr/>
            </a:pPr>
            <a:r>
              <a:rPr lang="ko-KR" altLang="en-US"/>
              <a:t/>
            </a:r>
            <a:endParaRPr lang="ko-KR" altLang="en-US"/>
          </a:p>
        </p:txBody>
      </p:sp>
      <p:sp>
        <p:nvSpPr>
          <p:cNvPr id="4" name="슬라이드 번호 개체 틀 3"/>
          <p:cNvSpPr>
            <a:spLocks noGrp="1"/>
          </p:cNvSpPr>
          <p:nvPr>
            <p:ph type="sldNum" sz="quarter" idx="10"/>
          </p:nvPr>
        </p:nvSpPr>
        <p:spPr/>
        <p:txBody>
          <a:bodyPr/>
          <a:lstStyle/>
          <a:p>
            <a:pPr lvl="0">
              <a:defRPr/>
            </a:pPr>
            <a:fld id="{7CDBBC22-C944-46CC-B224-F57B82CD79F9}" type="slidenum">
              <a:rPr lang="en-US" altLang="en-US"/>
              <a:pPr lvl="0">
                <a:defRPr/>
              </a:pPr>
              <a:t>10</a:t>
            </a:fld>
            <a:endParaRPr lang="en-US" altLang="en-US"/>
          </a:p>
        </p:txBody>
      </p:sp>
    </p:spTree>
  </p:cSld>
  <p:clrMapOvr>
    <a:masterClrMapping/>
  </p:clrMapOvr>
</p:notes>
</file>

<file path=ppt/notesSlides/notesSlide1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idx="0"/>
          </p:nvPr>
        </p:nvSpPr>
        <p:spPr/>
      </p:sp>
      <p:sp>
        <p:nvSpPr>
          <p:cNvPr id="3" name="슬라이드 노트 개체 틀 2"/>
          <p:cNvSpPr>
            <a:spLocks noGrp="1"/>
          </p:cNvSpPr>
          <p:nvPr>
            <p:ph type="body" idx="1"/>
          </p:nvPr>
        </p:nvSpPr>
        <p:spPr/>
        <p:txBody>
          <a:bodyPr/>
          <a:lstStyle/>
          <a:p>
            <a:pPr lvl="0">
              <a:defRPr/>
            </a:pPr>
            <a:r>
              <a:rPr lang="ko-KR" altLang="en-US"/>
              <a:t/>
            </a:r>
            <a:endParaRPr lang="ko-KR" altLang="en-US"/>
          </a:p>
        </p:txBody>
      </p:sp>
      <p:sp>
        <p:nvSpPr>
          <p:cNvPr id="4" name="슬라이드 번호 개체 틀 3"/>
          <p:cNvSpPr>
            <a:spLocks noGrp="1"/>
          </p:cNvSpPr>
          <p:nvPr>
            <p:ph type="sldNum" sz="quarter" idx="10"/>
          </p:nvPr>
        </p:nvSpPr>
        <p:spPr/>
        <p:txBody>
          <a:bodyPr/>
          <a:lstStyle/>
          <a:p>
            <a:pPr lvl="0">
              <a:defRPr/>
            </a:pPr>
            <a:fld id="{7CDBBC22-C944-46CC-B224-F57B82CD79F9}" type="slidenum">
              <a:rPr lang="en-US" altLang="en-US"/>
              <a:pPr lvl="0">
                <a:defRPr/>
              </a:pPr>
              <a:t>11</a:t>
            </a:fld>
            <a:endParaRPr lang="en-US" altLang="en-US"/>
          </a:p>
        </p:txBody>
      </p:sp>
    </p:spTree>
  </p:cSld>
  <p:clrMapOvr>
    <a:masterClrMapping/>
  </p:clrMapOvr>
</p:notes>
</file>

<file path=ppt/notesSlides/notesSlide1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idx="0"/>
          </p:nvPr>
        </p:nvSpPr>
        <p:spPr/>
      </p:sp>
      <p:sp>
        <p:nvSpPr>
          <p:cNvPr id="3" name="슬라이드 노트 개체 틀 2"/>
          <p:cNvSpPr>
            <a:spLocks noGrp="1"/>
          </p:cNvSpPr>
          <p:nvPr>
            <p:ph type="body" idx="1"/>
          </p:nvPr>
        </p:nvSpPr>
        <p:spPr/>
        <p:txBody>
          <a:bodyPr/>
          <a:lstStyle/>
          <a:p>
            <a:pPr lvl="0">
              <a:defRPr/>
            </a:pPr>
            <a:r>
              <a:rPr lang="ko-KR" altLang="en-US"/>
              <a:t/>
            </a:r>
            <a:endParaRPr lang="ko-KR" altLang="en-US"/>
          </a:p>
        </p:txBody>
      </p:sp>
      <p:sp>
        <p:nvSpPr>
          <p:cNvPr id="4" name="슬라이드 번호 개체 틀 3"/>
          <p:cNvSpPr>
            <a:spLocks noGrp="1"/>
          </p:cNvSpPr>
          <p:nvPr>
            <p:ph type="sldNum" sz="quarter" idx="10"/>
          </p:nvPr>
        </p:nvSpPr>
        <p:spPr/>
        <p:txBody>
          <a:bodyPr/>
          <a:lstStyle/>
          <a:p>
            <a:pPr lvl="0">
              <a:defRPr/>
            </a:pPr>
            <a:fld id="{7CDBBC22-C944-46CC-B224-F57B82CD79F9}" type="slidenum">
              <a:rPr lang="en-US" altLang="en-US"/>
              <a:pPr lvl="0">
                <a:defRPr/>
              </a:pPr>
              <a:t>12</a:t>
            </a:fld>
            <a:endParaRPr lang="en-US" altLang="en-US"/>
          </a:p>
        </p:txBody>
      </p:sp>
    </p:spTree>
  </p:cSld>
  <p:clrMapOvr>
    <a:masterClrMapping/>
  </p:clrMapOvr>
</p:notes>
</file>

<file path=ppt/notesSlides/notesSlide1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idx="0"/>
          </p:nvPr>
        </p:nvSpPr>
        <p:spPr/>
      </p:sp>
      <p:sp>
        <p:nvSpPr>
          <p:cNvPr id="3" name="슬라이드 노트 개체 틀 2"/>
          <p:cNvSpPr>
            <a:spLocks noGrp="1"/>
          </p:cNvSpPr>
          <p:nvPr>
            <p:ph type="body" idx="1"/>
          </p:nvPr>
        </p:nvSpPr>
        <p:spPr/>
        <p:txBody>
          <a:bodyPr/>
          <a:lstStyle/>
          <a:p>
            <a:pPr lvl="0">
              <a:defRPr/>
            </a:pPr>
            <a:r>
              <a:rPr lang="ko-KR" altLang="en-US"/>
              <a:t/>
            </a:r>
            <a:endParaRPr lang="ko-KR" altLang="en-US"/>
          </a:p>
        </p:txBody>
      </p:sp>
      <p:sp>
        <p:nvSpPr>
          <p:cNvPr id="4" name="슬라이드 번호 개체 틀 3"/>
          <p:cNvSpPr>
            <a:spLocks noGrp="1"/>
          </p:cNvSpPr>
          <p:nvPr>
            <p:ph type="sldNum" sz="quarter" idx="10"/>
          </p:nvPr>
        </p:nvSpPr>
        <p:spPr/>
        <p:txBody>
          <a:bodyPr/>
          <a:lstStyle/>
          <a:p>
            <a:pPr lvl="0">
              <a:defRPr/>
            </a:pPr>
            <a:fld id="{7CDBBC22-C944-46CC-B224-F57B82CD79F9}" type="slidenum">
              <a:rPr lang="en-US" altLang="en-US"/>
              <a:pPr lvl="0">
                <a:defRPr/>
              </a:pPr>
              <a:t>12</a:t>
            </a:fld>
            <a:endParaRPr lang="en-US" altLang="en-US"/>
          </a:p>
        </p:txBody>
      </p:sp>
    </p:spTree>
  </p:cSld>
  <p:clrMapOvr>
    <a:masterClrMapping/>
  </p:clrMapOvr>
</p:notes>
</file>

<file path=ppt/notesSlides/notesSlide1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idx="0"/>
          </p:nvPr>
        </p:nvSpPr>
        <p:spPr/>
      </p:sp>
      <p:sp>
        <p:nvSpPr>
          <p:cNvPr id="3" name="슬라이드 노트 개체 틀 2"/>
          <p:cNvSpPr>
            <a:spLocks noGrp="1"/>
          </p:cNvSpPr>
          <p:nvPr>
            <p:ph type="body" idx="1"/>
          </p:nvPr>
        </p:nvSpPr>
        <p:spPr/>
        <p:txBody>
          <a:bodyPr/>
          <a:lstStyle/>
          <a:p>
            <a:pPr lvl="0">
              <a:defRPr/>
            </a:pPr>
            <a:r>
              <a:rPr lang="ko-KR" altLang="en-US"/>
              <a:t/>
            </a:r>
            <a:endParaRPr lang="ko-KR" altLang="en-US"/>
          </a:p>
        </p:txBody>
      </p:sp>
      <p:sp>
        <p:nvSpPr>
          <p:cNvPr id="4" name="슬라이드 번호 개체 틀 3"/>
          <p:cNvSpPr>
            <a:spLocks noGrp="1"/>
          </p:cNvSpPr>
          <p:nvPr>
            <p:ph type="sldNum" sz="quarter" idx="10"/>
          </p:nvPr>
        </p:nvSpPr>
        <p:spPr/>
        <p:txBody>
          <a:bodyPr/>
          <a:lstStyle/>
          <a:p>
            <a:pPr lvl="0">
              <a:defRPr/>
            </a:pPr>
            <a:fld id="{7CDBBC22-C944-46CC-B224-F57B82CD79F9}" type="slidenum">
              <a:rPr lang="en-US" altLang="en-US"/>
              <a:pPr lvl="0">
                <a:defRPr/>
              </a:pPr>
              <a:t>13</a:t>
            </a:fld>
            <a:endParaRPr lang="en-US" altLang="en-US"/>
          </a:p>
        </p:txBody>
      </p:sp>
    </p:spTree>
  </p:cSld>
  <p:clrMapOvr>
    <a:masterClrMapping/>
  </p:clrMapOvr>
</p:notes>
</file>

<file path=ppt/notesSlides/notesSlide1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idx="0"/>
          </p:nvPr>
        </p:nvSpPr>
        <p:spPr/>
      </p:sp>
      <p:sp>
        <p:nvSpPr>
          <p:cNvPr id="3" name="슬라이드 노트 개체 틀 2"/>
          <p:cNvSpPr>
            <a:spLocks noGrp="1"/>
          </p:cNvSpPr>
          <p:nvPr>
            <p:ph type="body" idx="1"/>
          </p:nvPr>
        </p:nvSpPr>
        <p:spPr/>
        <p:txBody>
          <a:bodyPr/>
          <a:lstStyle/>
          <a:p>
            <a:pPr lvl="0">
              <a:defRPr/>
            </a:pPr>
            <a:r>
              <a:rPr lang="ko-KR" altLang="en-US"/>
              <a:t/>
            </a:r>
            <a:endParaRPr lang="ko-KR" altLang="en-US"/>
          </a:p>
        </p:txBody>
      </p:sp>
      <p:sp>
        <p:nvSpPr>
          <p:cNvPr id="4" name="슬라이드 번호 개체 틀 3"/>
          <p:cNvSpPr>
            <a:spLocks noGrp="1"/>
          </p:cNvSpPr>
          <p:nvPr>
            <p:ph type="sldNum" sz="quarter" idx="10"/>
          </p:nvPr>
        </p:nvSpPr>
        <p:spPr/>
        <p:txBody>
          <a:bodyPr/>
          <a:lstStyle/>
          <a:p>
            <a:pPr lvl="0">
              <a:defRPr/>
            </a:pPr>
            <a:fld id="{7CDBBC22-C944-46CC-B224-F57B82CD79F9}" type="slidenum">
              <a:rPr lang="en-US" altLang="en-US"/>
              <a:pPr lvl="0">
                <a:defRPr/>
              </a:pPr>
              <a:t>14</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1.jpeg"  /><Relationship Id="rId3" Type="http://schemas.openxmlformats.org/officeDocument/2006/relationships/image" Target="../media/image2.jpeg"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2.jpeg"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1.jpeg"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  /><Relationship Id="rId2" Type="http://schemas.openxmlformats.org/officeDocument/2006/relationships/image" Target="../media/image1.jpeg"  /><Relationship Id="rId3" Type="http://schemas.openxmlformats.org/officeDocument/2006/relationships/image" Target="../media/image2.jpeg"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  /><Relationship Id="rId2" Type="http://schemas.openxmlformats.org/officeDocument/2006/relationships/image" Target="../media/image2.jpeg"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  /><Relationship Id="rId2" Type="http://schemas.openxmlformats.org/officeDocument/2006/relationships/image" Target="../media/image1.jpeg"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제목 슬라이드">
    <p:spTree>
      <p:nvGrpSpPr>
        <p:cNvPr id="1" name=""/>
        <p:cNvGrpSpPr/>
        <p:nvPr/>
      </p:nvGrpSpPr>
      <p:grpSpPr>
        <a:xfrm>
          <a:off x="0" y="0"/>
          <a:ext cx="0" cy="0"/>
          <a:chOff x="0" y="0"/>
          <a:chExt cx="0" cy="0"/>
        </a:xfrm>
      </p:grpSpPr>
      <p:sp>
        <p:nvSpPr>
          <p:cNvPr id="17" name="직사각형 16"/>
          <p:cNvSpPr/>
          <p:nvPr userDrawn="1"/>
        </p:nvSpPr>
        <p:spPr>
          <a:xfrm rot="10800000">
            <a:off x="695077" y="6262962"/>
            <a:ext cx="8448923" cy="46038"/>
          </a:xfrm>
          <a:prstGeom prst="rect">
            <a:avLst/>
          </a:prstGeom>
          <a:gradFill flip="none" rotWithShape="1">
            <a:gsLst>
              <a:gs pos="0">
                <a:schemeClr val="accent1">
                  <a:lumMod val="100000"/>
                </a:schemeClr>
              </a:gs>
              <a:gs pos="25000">
                <a:schemeClr val="accent1">
                  <a:lumMod val="100000"/>
                </a:schemeClr>
              </a:gs>
              <a:gs pos="75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ko-KR" altLang="en-US" dirty="0"/>
          </a:p>
        </p:txBody>
      </p:sp>
      <p:pic>
        <p:nvPicPr>
          <p:cNvPr id="19" name="Picture 4" descr="C:\Users\msk\Desktop\abstract-blue-backgrounds-24_1920x1200_71465.jpg"/>
          <p:cNvPicPr>
            <a:picLocks noChangeAspect="1" noChangeArrowheads="1"/>
          </p:cNvPicPr>
          <p:nvPr userDrawn="1"/>
        </p:nvPicPr>
        <p:blipFill>
          <a:blip r:embed="rId2" cstate="print">
            <a:duotone>
              <a:schemeClr val="bg2">
                <a:shade val="45000"/>
                <a:satMod val="135000"/>
              </a:schemeClr>
              <a:prstClr val="white"/>
            </a:duotone>
          </a:blip>
          <a:srcRect t="32440"/>
          <a:stretch>
            <a:fillRect/>
          </a:stretch>
        </p:blipFill>
        <p:spPr bwMode="auto">
          <a:xfrm rot="10800000">
            <a:off x="-1" y="-4143"/>
            <a:ext cx="9144000" cy="4182802"/>
          </a:xfrm>
          <a:prstGeom prst="rect">
            <a:avLst/>
          </a:prstGeom>
          <a:noFill/>
        </p:spPr>
      </p:pic>
      <p:pic>
        <p:nvPicPr>
          <p:cNvPr id="5" name="그림 4">
            <a:extLst>
              <a:ext uri="{FF2B5EF4-FFF2-40B4-BE49-F238E27FC236}">
                <a16:creationId xmlns:a16="http://schemas.microsoft.com/office/drawing/2014/main" id="{042FF581-74A3-4A97-A84D-A91C762C65D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51952" y="6399033"/>
            <a:ext cx="1263900" cy="358297"/>
          </a:xfrm>
          <a:prstGeom prst="rect">
            <a:avLst/>
          </a:prstGeom>
        </p:spPr>
      </p:pic>
    </p:spTree>
    <p:extLst>
      <p:ext uri="{BB962C8B-B14F-4D97-AF65-F5344CB8AC3E}">
        <p14:creationId xmlns:p14="http://schemas.microsoft.com/office/powerpoint/2010/main" val="58215619"/>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
        <p:nvSpPr>
          <p:cNvPr id="3" name="내용 개체 틀 2"/>
          <p:cNvSpPr>
            <a:spLocks noGrp="1"/>
          </p:cNvSpPr>
          <p:nvPr>
            <p:ph idx="1"/>
          </p:nvPr>
        </p:nvSpPr>
        <p:spPr>
          <a:xfrm>
            <a:off x="509953" y="1206650"/>
            <a:ext cx="8042031" cy="4680000"/>
          </a:xfrm>
        </p:spPr>
        <p:txBody>
          <a:bodyPr/>
          <a:lstStyle>
            <a:lvl1pPr>
              <a:lnSpc>
                <a:spcPct val="150000"/>
              </a:lnSpc>
              <a:defRPr sz="1600">
                <a:latin typeface="Corbel" panose="020B0503020204020204" pitchFamily="34" charset="0"/>
                <a:ea typeface="맑은 고딕" panose="020B0503020000020004" pitchFamily="50" charset="-127"/>
              </a:defRPr>
            </a:lvl1pPr>
            <a:lvl2pPr marL="410318" indent="-167058">
              <a:lnSpc>
                <a:spcPct val="150000"/>
              </a:lnSpc>
              <a:buFont typeface="맑은 고딕" panose="020B0503020000020004" pitchFamily="50" charset="-127"/>
              <a:buChar char="√"/>
              <a:defRPr sz="1400">
                <a:latin typeface="Corbel" panose="020B0503020204020204" pitchFamily="34" charset="0"/>
                <a:ea typeface="맑은 고딕" panose="020B0503020000020004" pitchFamily="50" charset="-127"/>
              </a:defRPr>
            </a:lvl2pPr>
            <a:lvl3pPr marL="580307" indent="-168524">
              <a:lnSpc>
                <a:spcPct val="150000"/>
              </a:lnSpc>
              <a:buFont typeface="Arial" panose="020B0604020202020204" pitchFamily="34" charset="0"/>
              <a:buChar char="•"/>
              <a:defRPr>
                <a:latin typeface="Corbel" panose="020B0503020204020204" pitchFamily="34" charset="0"/>
                <a:ea typeface="맑은 고딕" panose="020B0503020000020004" pitchFamily="50" charset="-127"/>
              </a:defRPr>
            </a:lvl3pPr>
            <a:lvl4pPr>
              <a:lnSpc>
                <a:spcPct val="150000"/>
              </a:lnSpc>
              <a:defRPr sz="1200">
                <a:latin typeface="Corbel" panose="020B0503020204020204" pitchFamily="34" charset="0"/>
                <a:ea typeface="맑은 고딕" panose="020B0503020000020004" pitchFamily="50" charset="-127"/>
              </a:defRPr>
            </a:lvl4pPr>
            <a:lvl5pPr>
              <a:lnSpc>
                <a:spcPct val="150000"/>
              </a:lnSpc>
              <a:defRPr>
                <a:latin typeface="맑은 고딕" panose="020B0503020000020004" pitchFamily="50" charset="-127"/>
                <a:ea typeface="맑은 고딕" panose="020B0503020000020004"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p:txBody>
      </p:sp>
      <p:sp>
        <p:nvSpPr>
          <p:cNvPr id="9" name="슬라이드 번호 개체 틀 5"/>
          <p:cNvSpPr txBox="1">
            <a:spLocks/>
          </p:cNvSpPr>
          <p:nvPr userDrawn="1"/>
        </p:nvSpPr>
        <p:spPr>
          <a:xfrm>
            <a:off x="8077200" y="6459538"/>
            <a:ext cx="949569" cy="328612"/>
          </a:xfrm>
          <a:prstGeom prst="rect">
            <a:avLst/>
          </a:prstGeom>
        </p:spPr>
        <p:txBody>
          <a:bodyPr/>
          <a:lstStyle>
            <a:lvl1pPr algn="r">
              <a:defRPr sz="1100">
                <a:solidFill>
                  <a:schemeClr val="tx1">
                    <a:alpha val="50000"/>
                  </a:schemeClr>
                </a:solidFill>
                <a:latin typeface="Arial Black" pitchFamily="34" charset="0"/>
                <a:ea typeface="HY헤드라인M" pitchFamily="18" charset="-127"/>
              </a:defRPr>
            </a:lvl1pPr>
          </a:lstStyle>
          <a:p>
            <a:pPr fontAlgn="auto">
              <a:spcBef>
                <a:spcPts val="0"/>
              </a:spcBef>
              <a:spcAft>
                <a:spcPts val="0"/>
              </a:spcAft>
              <a:buClrTx/>
              <a:buFontTx/>
              <a:buNone/>
              <a:defRPr/>
            </a:pPr>
            <a:fld id="{90FC0BDF-B890-41DA-9838-AE8FE480B3D1}" type="slidenum">
              <a:rPr kumimoji="0" lang="ko-KR" altLang="en-US" sz="1200" b="0" smtClean="0">
                <a:solidFill>
                  <a:srgbClr val="002060"/>
                </a:solidFill>
                <a:latin typeface="+mn-ea"/>
                <a:ea typeface="+mn-ea"/>
              </a:rPr>
              <a:pPr fontAlgn="auto">
                <a:spcBef>
                  <a:spcPts val="0"/>
                </a:spcBef>
                <a:spcAft>
                  <a:spcPts val="0"/>
                </a:spcAft>
                <a:buClrTx/>
                <a:buFontTx/>
                <a:buNone/>
                <a:defRPr/>
              </a:pPr>
              <a:t>‹#›</a:t>
            </a:fld>
            <a:endParaRPr kumimoji="0" lang="en-US" altLang="ko-KR" sz="1200" b="0" dirty="0">
              <a:solidFill>
                <a:srgbClr val="002060"/>
              </a:solidFill>
              <a:latin typeface="+mn-ea"/>
              <a:ea typeface="+mn-ea"/>
            </a:endParaRPr>
          </a:p>
        </p:txBody>
      </p:sp>
      <p:sp>
        <p:nvSpPr>
          <p:cNvPr id="14" name="직사각형 13"/>
          <p:cNvSpPr/>
          <p:nvPr userDrawn="1"/>
        </p:nvSpPr>
        <p:spPr>
          <a:xfrm rot="10800000">
            <a:off x="695077" y="6262962"/>
            <a:ext cx="8448923" cy="46038"/>
          </a:xfrm>
          <a:prstGeom prst="rect">
            <a:avLst/>
          </a:prstGeom>
          <a:gradFill flip="none" rotWithShape="1">
            <a:gsLst>
              <a:gs pos="0">
                <a:schemeClr val="accent1">
                  <a:lumMod val="100000"/>
                </a:schemeClr>
              </a:gs>
              <a:gs pos="25000">
                <a:schemeClr val="accent1">
                  <a:lumMod val="100000"/>
                </a:schemeClr>
              </a:gs>
              <a:gs pos="75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ko-KR" altLang="en-US" dirty="0"/>
          </a:p>
        </p:txBody>
      </p:sp>
      <p:sp>
        <p:nvSpPr>
          <p:cNvPr id="4" name="제목 3">
            <a:extLst>
              <a:ext uri="{FF2B5EF4-FFF2-40B4-BE49-F238E27FC236}">
                <a16:creationId xmlns:a16="http://schemas.microsoft.com/office/drawing/2014/main" id="{4B495BD8-64BC-4AE0-B09E-0B743680125A}"/>
              </a:ext>
            </a:extLst>
          </p:cNvPr>
          <p:cNvSpPr>
            <a:spLocks noGrp="1"/>
          </p:cNvSpPr>
          <p:nvPr>
            <p:ph type="title"/>
          </p:nvPr>
        </p:nvSpPr>
        <p:spPr>
          <a:xfrm>
            <a:off x="338400" y="64800"/>
            <a:ext cx="8042031" cy="641350"/>
          </a:xfrm>
          <a:prstGeom prst="rect">
            <a:avLst/>
          </a:prstGeom>
        </p:spPr>
        <p:txBody>
          <a:bodyPr/>
          <a:lstStyle/>
          <a:p>
            <a:r>
              <a:rPr lang="ko-KR" altLang="en-US" dirty="0"/>
              <a:t>마스터 제목 스타일 편집</a:t>
            </a:r>
          </a:p>
        </p:txBody>
      </p:sp>
      <p:pic>
        <p:nvPicPr>
          <p:cNvPr id="10" name="그림 9">
            <a:extLst>
              <a:ext uri="{FF2B5EF4-FFF2-40B4-BE49-F238E27FC236}">
                <a16:creationId xmlns:a16="http://schemas.microsoft.com/office/drawing/2014/main" id="{AC5095D5-CF54-4B73-A88B-2E207E0900C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1952" y="6399033"/>
            <a:ext cx="1263900" cy="358297"/>
          </a:xfrm>
          <a:prstGeom prst="rect">
            <a:avLst/>
          </a:prstGeom>
        </p:spPr>
      </p:pic>
    </p:spTree>
    <p:extLst>
      <p:ext uri="{BB962C8B-B14F-4D97-AF65-F5344CB8AC3E}">
        <p14:creationId xmlns:p14="http://schemas.microsoft.com/office/powerpoint/2010/main" val="184732074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구역 머리글">
    <p:spTree>
      <p:nvGrpSpPr>
        <p:cNvPr id="1" name=""/>
        <p:cNvGrpSpPr/>
        <p:nvPr/>
      </p:nvGrpSpPr>
      <p:grpSpPr>
        <a:xfrm>
          <a:off x="0" y="0"/>
          <a:ext cx="0" cy="0"/>
          <a:chOff x="0" y="0"/>
          <a:chExt cx="0" cy="0"/>
        </a:xfrm>
      </p:grpSpPr>
      <p:sp>
        <p:nvSpPr>
          <p:cNvPr id="4" name="Rectangle 41"/>
          <p:cNvSpPr>
            <a:spLocks noGrp="1" noChangeArrowheads="1"/>
          </p:cNvSpPr>
          <p:nvPr>
            <p:ph type="sldNum" sz="quarter" idx="10"/>
          </p:nvPr>
        </p:nvSpPr>
        <p:spPr>
          <a:ln/>
        </p:spPr>
        <p:txBody>
          <a:bodyPr/>
          <a:lstStyle>
            <a:lvl1pPr>
              <a:defRPr/>
            </a:lvl1pPr>
          </a:lstStyle>
          <a:p>
            <a:pPr>
              <a:defRPr/>
            </a:pPr>
            <a:fld id="{C13F254D-D485-4424-B9F6-B67A605DDF19}" type="slidenum">
              <a:rPr lang="en-GB" altLang="ko-KR"/>
              <a:pPr>
                <a:defRPr/>
              </a:pPr>
              <a:t>‹#›</a:t>
            </a:fld>
            <a:endParaRPr lang="en-GB" altLang="ko-KR" dirty="0"/>
          </a:p>
        </p:txBody>
      </p:sp>
      <p:pic>
        <p:nvPicPr>
          <p:cNvPr id="5" name="Picture 4" descr="C:\Users\msk\Desktop\abstract-blue-backgrounds-24_1920x1200_71465.jpg"/>
          <p:cNvPicPr>
            <a:picLocks noChangeAspect="1" noChangeArrowheads="1"/>
          </p:cNvPicPr>
          <p:nvPr userDrawn="1"/>
        </p:nvPicPr>
        <p:blipFill>
          <a:blip r:embed="rId2" cstate="print">
            <a:duotone>
              <a:schemeClr val="bg2">
                <a:shade val="45000"/>
                <a:satMod val="135000"/>
              </a:schemeClr>
              <a:prstClr val="white"/>
            </a:duotone>
          </a:blip>
          <a:srcRect l="43700" t="32440"/>
          <a:stretch>
            <a:fillRect/>
          </a:stretch>
        </p:blipFill>
        <p:spPr bwMode="auto">
          <a:xfrm rot="10800000">
            <a:off x="0" y="-1"/>
            <a:ext cx="9144000" cy="6116755"/>
          </a:xfrm>
          <a:prstGeom prst="rect">
            <a:avLst/>
          </a:prstGeom>
          <a:noFill/>
        </p:spPr>
      </p:pic>
    </p:spTree>
    <p:extLst>
      <p:ext uri="{BB962C8B-B14F-4D97-AF65-F5344CB8AC3E}">
        <p14:creationId xmlns:p14="http://schemas.microsoft.com/office/powerpoint/2010/main" val="43953764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B58A4EB-2A1B-B60E-7C34-379AA946FE83}"/>
              </a:ext>
            </a:extLst>
          </p:cNvPr>
          <p:cNvSpPr>
            <a:spLocks noGrp="1"/>
          </p:cNvSpPr>
          <p:nvPr>
            <p:ph type="title"/>
          </p:nvPr>
        </p:nvSpPr>
        <p:spPr>
          <a:xfrm>
            <a:off x="338400" y="64800"/>
            <a:ext cx="8042031" cy="641350"/>
          </a:xfrm>
          <a:prstGeom prst="rect">
            <a:avLst/>
          </a:prstGeom>
        </p:spPr>
        <p:txBody>
          <a:bodyPr/>
          <a:lstStyle/>
          <a:p>
            <a:r>
              <a:rPr lang="ko-KR" altLang="en-US"/>
              <a:t>마스터 제목 스타일 편집</a:t>
            </a:r>
          </a:p>
        </p:txBody>
      </p:sp>
      <p:sp>
        <p:nvSpPr>
          <p:cNvPr id="3" name="슬라이드 번호 개체 틀 2">
            <a:extLst>
              <a:ext uri="{FF2B5EF4-FFF2-40B4-BE49-F238E27FC236}">
                <a16:creationId xmlns:a16="http://schemas.microsoft.com/office/drawing/2014/main" id="{43310797-E8F0-33FF-3EAC-DF0D297E0E8B}"/>
              </a:ext>
            </a:extLst>
          </p:cNvPr>
          <p:cNvSpPr>
            <a:spLocks noGrp="1"/>
          </p:cNvSpPr>
          <p:nvPr>
            <p:ph type="sldNum" sz="quarter" idx="10"/>
          </p:nvPr>
        </p:nvSpPr>
        <p:spPr/>
        <p:txBody>
          <a:bodyPr/>
          <a:lstStyle/>
          <a:p>
            <a:pPr>
              <a:defRPr/>
            </a:pPr>
            <a:fld id="{64B02B1F-C918-4EA9-8A71-4A69BA71DD78}" type="slidenum">
              <a:rPr lang="en-GB" altLang="ko-KR" smtClean="0"/>
              <a:pPr>
                <a:defRPr/>
              </a:pPr>
              <a:t>‹#›</a:t>
            </a:fld>
            <a:endParaRPr lang="en-GB" altLang="ko-KR" dirty="0"/>
          </a:p>
        </p:txBody>
      </p:sp>
    </p:spTree>
    <p:extLst>
      <p:ext uri="{BB962C8B-B14F-4D97-AF65-F5344CB8AC3E}">
        <p14:creationId xmlns:p14="http://schemas.microsoft.com/office/powerpoint/2010/main" val="343135767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a:xfrm>
            <a:off x="338400" y="64800"/>
            <a:ext cx="8042031" cy="641350"/>
          </a:xfrm>
          <a:prstGeom prst="rect">
            <a:avLst/>
          </a:prstGeom>
        </p:spPr>
        <p:txBody>
          <a:bodyPr/>
          <a:lstStyle/>
          <a:p>
            <a:r>
              <a:rPr lang="ko-KR" altLang="en-US" dirty="0"/>
              <a:t>마스터 제목 스타일 편집</a:t>
            </a:r>
          </a:p>
        </p:txBody>
      </p:sp>
      <p:sp>
        <p:nvSpPr>
          <p:cNvPr id="3" name="내용 개체 틀 2"/>
          <p:cNvSpPr>
            <a:spLocks noGrp="1"/>
          </p:cNvSpPr>
          <p:nvPr>
            <p:ph sz="half" idx="1"/>
          </p:nvPr>
        </p:nvSpPr>
        <p:spPr>
          <a:xfrm>
            <a:off x="536332" y="1779588"/>
            <a:ext cx="4079631" cy="3840162"/>
          </a:xfrm>
        </p:spPr>
        <p:txBody>
          <a:bodyPr/>
          <a:lstStyle>
            <a:lvl1pPr>
              <a:defRPr sz="1600"/>
            </a:lvl1pPr>
            <a:lvl2pPr>
              <a:defRPr sz="1400"/>
            </a:lvl2pPr>
            <a:lvl3pPr>
              <a:defRPr sz="1200"/>
            </a:lvl3pPr>
            <a:lvl4pPr>
              <a:defRPr sz="1200"/>
            </a:lvl4pPr>
            <a:lvl5pPr>
              <a:defRPr sz="1200"/>
            </a:lvl5pPr>
            <a:lvl6pPr>
              <a:defRPr sz="1662"/>
            </a:lvl6pPr>
            <a:lvl7pPr>
              <a:defRPr sz="1662"/>
            </a:lvl7pPr>
            <a:lvl8pPr>
              <a:defRPr sz="1662"/>
            </a:lvl8pPr>
            <a:lvl9pPr>
              <a:defRPr sz="1662"/>
            </a:lvl9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내용 개체 틀 3"/>
          <p:cNvSpPr>
            <a:spLocks noGrp="1"/>
          </p:cNvSpPr>
          <p:nvPr>
            <p:ph sz="half" idx="2"/>
          </p:nvPr>
        </p:nvSpPr>
        <p:spPr>
          <a:xfrm>
            <a:off x="4756638" y="1779588"/>
            <a:ext cx="4079631" cy="3840162"/>
          </a:xfrm>
        </p:spPr>
        <p:txBody>
          <a:bodyPr/>
          <a:lstStyle>
            <a:lvl1pPr>
              <a:defRPr sz="1600"/>
            </a:lvl1pPr>
            <a:lvl2pPr>
              <a:defRPr sz="1400"/>
            </a:lvl2pPr>
            <a:lvl3pPr>
              <a:defRPr sz="1200"/>
            </a:lvl3pPr>
            <a:lvl4pPr>
              <a:defRPr sz="1200"/>
            </a:lvl4pPr>
            <a:lvl5pPr>
              <a:defRPr sz="1200"/>
            </a:lvl5pPr>
            <a:lvl6pPr>
              <a:defRPr sz="1662"/>
            </a:lvl6pPr>
            <a:lvl7pPr>
              <a:defRPr sz="1662"/>
            </a:lvl7pPr>
            <a:lvl8pPr>
              <a:defRPr sz="1662"/>
            </a:lvl8pPr>
            <a:lvl9pPr>
              <a:defRPr sz="1662"/>
            </a:lvl9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5" name="Rectangle 41"/>
          <p:cNvSpPr>
            <a:spLocks noGrp="1" noChangeArrowheads="1"/>
          </p:cNvSpPr>
          <p:nvPr>
            <p:ph type="sldNum" sz="quarter" idx="10"/>
          </p:nvPr>
        </p:nvSpPr>
        <p:spPr>
          <a:ln/>
        </p:spPr>
        <p:txBody>
          <a:bodyPr/>
          <a:lstStyle>
            <a:lvl1pPr>
              <a:defRPr/>
            </a:lvl1pPr>
          </a:lstStyle>
          <a:p>
            <a:pPr>
              <a:defRPr/>
            </a:pPr>
            <a:fld id="{5D34F184-09B5-43E3-9B7A-CC3A5F5FC70F}" type="slidenum">
              <a:rPr lang="en-GB" altLang="ko-KR"/>
              <a:pPr>
                <a:defRPr/>
              </a:pPr>
              <a:t>‹#›</a:t>
            </a:fld>
            <a:endParaRPr lang="en-GB" altLang="ko-KR" dirty="0"/>
          </a:p>
        </p:txBody>
      </p:sp>
    </p:spTree>
    <p:extLst>
      <p:ext uri="{BB962C8B-B14F-4D97-AF65-F5344CB8AC3E}">
        <p14:creationId xmlns:p14="http://schemas.microsoft.com/office/powerpoint/2010/main" val="312410962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제목 슬라이드">
    <p:spTree>
      <p:nvGrpSpPr>
        <p:cNvPr id="1" name=""/>
        <p:cNvGrpSpPr/>
        <p:nvPr/>
      </p:nvGrpSpPr>
      <p:grpSpPr>
        <a:xfrm>
          <a:off x="0" y="0"/>
          <a:ext cx="0" cy="0"/>
          <a:chOff x="0" y="0"/>
          <a:chExt cx="0" cy="0"/>
        </a:xfrm>
      </p:grpSpPr>
      <p:sp>
        <p:nvSpPr>
          <p:cNvPr id="17" name="직사각형 16"/>
          <p:cNvSpPr/>
          <p:nvPr userDrawn="1"/>
        </p:nvSpPr>
        <p:spPr>
          <a:xfrm rot="10800000">
            <a:off x="695077" y="6262962"/>
            <a:ext cx="8448923" cy="46038"/>
          </a:xfrm>
          <a:prstGeom prst="rect">
            <a:avLst/>
          </a:prstGeom>
          <a:gradFill flip="none" rotWithShape="1">
            <a:gsLst>
              <a:gs pos="0">
                <a:schemeClr val="accent1">
                  <a:lumMod val="100000"/>
                </a:schemeClr>
              </a:gs>
              <a:gs pos="25000">
                <a:schemeClr val="accent1">
                  <a:lumMod val="100000"/>
                </a:schemeClr>
              </a:gs>
              <a:gs pos="75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ko-KR" altLang="en-US" dirty="0"/>
          </a:p>
        </p:txBody>
      </p:sp>
      <p:pic>
        <p:nvPicPr>
          <p:cNvPr id="19" name="Picture 4" descr="C:\Users\msk\Desktop\abstract-blue-backgrounds-24_1920x1200_71465.jpg"/>
          <p:cNvPicPr>
            <a:picLocks noChangeAspect="1" noChangeArrowheads="1"/>
          </p:cNvPicPr>
          <p:nvPr userDrawn="1"/>
        </p:nvPicPr>
        <p:blipFill>
          <a:blip r:embed="rId2" cstate="print">
            <a:duotone>
              <a:schemeClr val="bg2">
                <a:shade val="45000"/>
                <a:satMod val="135000"/>
              </a:schemeClr>
              <a:prstClr val="white"/>
            </a:duotone>
          </a:blip>
          <a:srcRect t="32440"/>
          <a:stretch>
            <a:fillRect/>
          </a:stretch>
        </p:blipFill>
        <p:spPr bwMode="auto">
          <a:xfrm rot="10800000">
            <a:off x="-1" y="-4143"/>
            <a:ext cx="9144000" cy="4182802"/>
          </a:xfrm>
          <a:prstGeom prst="rect">
            <a:avLst/>
          </a:prstGeom>
          <a:noFill/>
        </p:spPr>
      </p:pic>
      <p:pic>
        <p:nvPicPr>
          <p:cNvPr id="5" name="그림 4">
            <a:extLst>
              <a:ext uri="{FF2B5EF4-FFF2-40B4-BE49-F238E27FC236}">
                <a16:creationId xmlns:a16="http://schemas.microsoft.com/office/drawing/2014/main" id="{042FF581-74A3-4A97-A84D-A91C762C65D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51952" y="6399033"/>
            <a:ext cx="1263900" cy="358297"/>
          </a:xfrm>
          <a:prstGeom prst="rect">
            <a:avLst/>
          </a:prstGeom>
        </p:spPr>
      </p:pic>
    </p:spTree>
    <p:extLst>
      <p:ext uri="{BB962C8B-B14F-4D97-AF65-F5344CB8AC3E}">
        <p14:creationId xmlns:p14="http://schemas.microsoft.com/office/powerpoint/2010/main" val="298426954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
        <p:nvSpPr>
          <p:cNvPr id="3" name="내용 개체 틀 2"/>
          <p:cNvSpPr>
            <a:spLocks noGrp="1"/>
          </p:cNvSpPr>
          <p:nvPr>
            <p:ph idx="1"/>
          </p:nvPr>
        </p:nvSpPr>
        <p:spPr>
          <a:xfrm>
            <a:off x="509953" y="1206650"/>
            <a:ext cx="8042031" cy="4680000"/>
          </a:xfrm>
        </p:spPr>
        <p:txBody>
          <a:bodyPr/>
          <a:lstStyle>
            <a:lvl1pPr>
              <a:lnSpc>
                <a:spcPct val="150000"/>
              </a:lnSpc>
              <a:defRPr sz="1600">
                <a:latin typeface="Corbel" panose="020B0503020204020204" pitchFamily="34" charset="0"/>
                <a:ea typeface="맑은 고딕" panose="020B0503020000020004" pitchFamily="50" charset="-127"/>
              </a:defRPr>
            </a:lvl1pPr>
            <a:lvl2pPr marL="410318" indent="-167058">
              <a:lnSpc>
                <a:spcPct val="150000"/>
              </a:lnSpc>
              <a:buFont typeface="맑은 고딕" panose="020B0503020000020004" pitchFamily="50" charset="-127"/>
              <a:buChar char="√"/>
              <a:defRPr sz="1400">
                <a:latin typeface="Corbel" panose="020B0503020204020204" pitchFamily="34" charset="0"/>
                <a:ea typeface="맑은 고딕" panose="020B0503020000020004" pitchFamily="50" charset="-127"/>
              </a:defRPr>
            </a:lvl2pPr>
            <a:lvl3pPr marL="580307" indent="-168524">
              <a:lnSpc>
                <a:spcPct val="150000"/>
              </a:lnSpc>
              <a:buFont typeface="Arial" panose="020B0604020202020204" pitchFamily="34" charset="0"/>
              <a:buChar char="•"/>
              <a:defRPr>
                <a:latin typeface="Corbel" panose="020B0503020204020204" pitchFamily="34" charset="0"/>
                <a:ea typeface="맑은 고딕" panose="020B0503020000020004" pitchFamily="50" charset="-127"/>
              </a:defRPr>
            </a:lvl3pPr>
            <a:lvl4pPr>
              <a:lnSpc>
                <a:spcPct val="150000"/>
              </a:lnSpc>
              <a:defRPr sz="1200">
                <a:latin typeface="Corbel" panose="020B0503020204020204" pitchFamily="34" charset="0"/>
                <a:ea typeface="맑은 고딕" panose="020B0503020000020004" pitchFamily="50" charset="-127"/>
              </a:defRPr>
            </a:lvl4pPr>
            <a:lvl5pPr>
              <a:lnSpc>
                <a:spcPct val="150000"/>
              </a:lnSpc>
              <a:defRPr>
                <a:latin typeface="맑은 고딕" panose="020B0503020000020004" pitchFamily="50" charset="-127"/>
                <a:ea typeface="맑은 고딕" panose="020B0503020000020004"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p:txBody>
      </p:sp>
      <p:sp>
        <p:nvSpPr>
          <p:cNvPr id="4" name="제목 3">
            <a:extLst>
              <a:ext uri="{FF2B5EF4-FFF2-40B4-BE49-F238E27FC236}">
                <a16:creationId xmlns:a16="http://schemas.microsoft.com/office/drawing/2014/main" id="{4B495BD8-64BC-4AE0-B09E-0B743680125A}"/>
              </a:ext>
            </a:extLst>
          </p:cNvPr>
          <p:cNvSpPr>
            <a:spLocks noGrp="1"/>
          </p:cNvSpPr>
          <p:nvPr>
            <p:ph type="title"/>
          </p:nvPr>
        </p:nvSpPr>
        <p:spPr/>
        <p:txBody>
          <a:bodyPr/>
          <a:lstStyle/>
          <a:p>
            <a:r>
              <a:rPr lang="ko-KR" altLang="en-US" dirty="0"/>
              <a:t>마스터 제목 스타일 편집</a:t>
            </a:r>
          </a:p>
        </p:txBody>
      </p:sp>
      <p:pic>
        <p:nvPicPr>
          <p:cNvPr id="10" name="그림 9">
            <a:extLst>
              <a:ext uri="{FF2B5EF4-FFF2-40B4-BE49-F238E27FC236}">
                <a16:creationId xmlns:a16="http://schemas.microsoft.com/office/drawing/2014/main" id="{AC5095D5-CF54-4B73-A88B-2E207E0900C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1952" y="6399033"/>
            <a:ext cx="1263900" cy="358297"/>
          </a:xfrm>
          <a:prstGeom prst="rect">
            <a:avLst/>
          </a:prstGeom>
        </p:spPr>
      </p:pic>
      <p:sp>
        <p:nvSpPr>
          <p:cNvPr id="2" name="직사각형 1">
            <a:extLst>
              <a:ext uri="{FF2B5EF4-FFF2-40B4-BE49-F238E27FC236}">
                <a16:creationId xmlns:a16="http://schemas.microsoft.com/office/drawing/2014/main" id="{14037ABE-D605-7DC2-CD98-5957AE0F5873}"/>
              </a:ext>
            </a:extLst>
          </p:cNvPr>
          <p:cNvSpPr/>
          <p:nvPr userDrawn="1"/>
        </p:nvSpPr>
        <p:spPr>
          <a:xfrm rot="10800000">
            <a:off x="695077" y="6262962"/>
            <a:ext cx="8448923" cy="46038"/>
          </a:xfrm>
          <a:prstGeom prst="rect">
            <a:avLst/>
          </a:prstGeom>
          <a:gradFill flip="none" rotWithShape="1">
            <a:gsLst>
              <a:gs pos="0">
                <a:srgbClr val="9A1F4E"/>
              </a:gs>
              <a:gs pos="25000">
                <a:srgbClr val="9A1F4E"/>
              </a:gs>
              <a:gs pos="75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ko-KR" altLang="en-US" dirty="0"/>
          </a:p>
        </p:txBody>
      </p:sp>
    </p:spTree>
    <p:extLst>
      <p:ext uri="{BB962C8B-B14F-4D97-AF65-F5344CB8AC3E}">
        <p14:creationId xmlns:p14="http://schemas.microsoft.com/office/powerpoint/2010/main" val="316716561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구역 머리글">
    <p:spTree>
      <p:nvGrpSpPr>
        <p:cNvPr id="1" name=""/>
        <p:cNvGrpSpPr/>
        <p:nvPr/>
      </p:nvGrpSpPr>
      <p:grpSpPr>
        <a:xfrm>
          <a:off x="0" y="0"/>
          <a:ext cx="0" cy="0"/>
          <a:chOff x="0" y="0"/>
          <a:chExt cx="0" cy="0"/>
        </a:xfrm>
      </p:grpSpPr>
      <p:pic>
        <p:nvPicPr>
          <p:cNvPr id="5" name="Picture 4" descr="C:\Users\msk\Desktop\abstract-blue-backgrounds-24_1920x1200_71465.jpg"/>
          <p:cNvPicPr>
            <a:picLocks noChangeAspect="1" noChangeArrowheads="1"/>
          </p:cNvPicPr>
          <p:nvPr userDrawn="1"/>
        </p:nvPicPr>
        <p:blipFill>
          <a:blip r:embed="rId2" cstate="print">
            <a:duotone>
              <a:schemeClr val="bg2">
                <a:shade val="45000"/>
                <a:satMod val="135000"/>
              </a:schemeClr>
              <a:prstClr val="white"/>
            </a:duotone>
          </a:blip>
          <a:srcRect l="43700" t="32440"/>
          <a:stretch>
            <a:fillRect/>
          </a:stretch>
        </p:blipFill>
        <p:spPr bwMode="auto">
          <a:xfrm rot="10800000">
            <a:off x="0" y="-1"/>
            <a:ext cx="9144000" cy="6116755"/>
          </a:xfrm>
          <a:prstGeom prst="rect">
            <a:avLst/>
          </a:prstGeom>
          <a:noFill/>
        </p:spPr>
      </p:pic>
    </p:spTree>
    <p:extLst>
      <p:ext uri="{BB962C8B-B14F-4D97-AF65-F5344CB8AC3E}">
        <p14:creationId xmlns:p14="http://schemas.microsoft.com/office/powerpoint/2010/main" val="125140892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B58A4EB-2A1B-B60E-7C34-379AA946FE83}"/>
              </a:ext>
            </a:extLst>
          </p:cNvPr>
          <p:cNvSpPr>
            <a:spLocks noGrp="1"/>
          </p:cNvSpPr>
          <p:nvPr>
            <p:ph type="title"/>
          </p:nvPr>
        </p:nvSpPr>
        <p:spPr/>
        <p:txBody>
          <a:bodyPr/>
          <a:lstStyle/>
          <a:p>
            <a:r>
              <a:rPr lang="ko-KR" altLang="en-US"/>
              <a:t>마스터 제목 스타일 편집</a:t>
            </a:r>
          </a:p>
        </p:txBody>
      </p:sp>
    </p:spTree>
    <p:extLst>
      <p:ext uri="{BB962C8B-B14F-4D97-AF65-F5344CB8AC3E}">
        <p14:creationId xmlns:p14="http://schemas.microsoft.com/office/powerpoint/2010/main" val="417828934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t>마스터 제목 스타일 편집</a:t>
            </a:r>
          </a:p>
        </p:txBody>
      </p:sp>
      <p:sp>
        <p:nvSpPr>
          <p:cNvPr id="3" name="내용 개체 틀 2"/>
          <p:cNvSpPr>
            <a:spLocks noGrp="1"/>
          </p:cNvSpPr>
          <p:nvPr>
            <p:ph sz="half" idx="1"/>
          </p:nvPr>
        </p:nvSpPr>
        <p:spPr>
          <a:xfrm>
            <a:off x="536332" y="1779588"/>
            <a:ext cx="4079631" cy="3840162"/>
          </a:xfrm>
        </p:spPr>
        <p:txBody>
          <a:bodyPr/>
          <a:lstStyle>
            <a:lvl1pPr>
              <a:defRPr sz="1600"/>
            </a:lvl1pPr>
            <a:lvl2pPr>
              <a:defRPr sz="1400"/>
            </a:lvl2pPr>
            <a:lvl3pPr>
              <a:defRPr sz="1200"/>
            </a:lvl3pPr>
            <a:lvl4pPr>
              <a:defRPr sz="1200"/>
            </a:lvl4pPr>
            <a:lvl5pPr>
              <a:defRPr sz="1200"/>
            </a:lvl5pPr>
            <a:lvl6pPr>
              <a:defRPr sz="1662"/>
            </a:lvl6pPr>
            <a:lvl7pPr>
              <a:defRPr sz="1662"/>
            </a:lvl7pPr>
            <a:lvl8pPr>
              <a:defRPr sz="1662"/>
            </a:lvl8pPr>
            <a:lvl9pPr>
              <a:defRPr sz="1662"/>
            </a:lvl9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내용 개체 틀 3"/>
          <p:cNvSpPr>
            <a:spLocks noGrp="1"/>
          </p:cNvSpPr>
          <p:nvPr>
            <p:ph sz="half" idx="2"/>
          </p:nvPr>
        </p:nvSpPr>
        <p:spPr>
          <a:xfrm>
            <a:off x="4756638" y="1779588"/>
            <a:ext cx="4079631" cy="3840162"/>
          </a:xfrm>
        </p:spPr>
        <p:txBody>
          <a:bodyPr/>
          <a:lstStyle>
            <a:lvl1pPr>
              <a:defRPr sz="1600"/>
            </a:lvl1pPr>
            <a:lvl2pPr>
              <a:defRPr sz="1400"/>
            </a:lvl2pPr>
            <a:lvl3pPr>
              <a:defRPr sz="1200"/>
            </a:lvl3pPr>
            <a:lvl4pPr>
              <a:defRPr sz="1200"/>
            </a:lvl4pPr>
            <a:lvl5pPr>
              <a:defRPr sz="1200"/>
            </a:lvl5pPr>
            <a:lvl6pPr>
              <a:defRPr sz="1662"/>
            </a:lvl6pPr>
            <a:lvl7pPr>
              <a:defRPr sz="1662"/>
            </a:lvl7pPr>
            <a:lvl8pPr>
              <a:defRPr sz="1662"/>
            </a:lvl8pPr>
            <a:lvl9pPr>
              <a:defRPr sz="1662"/>
            </a:lvl9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Tree>
    <p:extLst>
      <p:ext uri="{BB962C8B-B14F-4D97-AF65-F5344CB8AC3E}">
        <p14:creationId xmlns:p14="http://schemas.microsoft.com/office/powerpoint/2010/main" val="1432982053"/>
      </p:ext>
    </p:extLst>
  </p:cSld>
  <p:clrMapOvr>
    <a:masterClrMapping/>
  </p:clrMapOv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theme" Target="../theme/theme1.xml"  /><Relationship Id="rId7" Type="http://schemas.openxmlformats.org/officeDocument/2006/relationships/image" Target="../media/image3.png"  /><Relationship Id="rId8" Type="http://schemas.openxmlformats.org/officeDocument/2006/relationships/image" Target="../media/image4.png"  /></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slideLayout" Target="../slideLayouts/slideLayout7.xml"  /><Relationship Id="rId3" Type="http://schemas.openxmlformats.org/officeDocument/2006/relationships/slideLayout" Target="../slideLayouts/slideLayout8.xml"  /><Relationship Id="rId4" Type="http://schemas.openxmlformats.org/officeDocument/2006/relationships/slideLayout" Target="../slideLayouts/slideLayout9.xml"  /><Relationship Id="rId5" Type="http://schemas.openxmlformats.org/officeDocument/2006/relationships/slideLayout" Target="../slideLayouts/slideLayout10.xml"  /><Relationship Id="rId6" Type="http://schemas.openxmlformats.org/officeDocument/2006/relationships/theme" Target="../theme/theme2.xml"  /><Relationship Id="rId7" Type="http://schemas.openxmlformats.org/officeDocument/2006/relationships/image" Target="../media/image3.png"  /><Relationship Id="rId8" Type="http://schemas.openxmlformats.org/officeDocument/2006/relationships/image" Target="../media/image4.png"  /><Relationship Id="rId9" Type="http://schemas.openxmlformats.org/officeDocument/2006/relationships/image" Target="../media/image2.jpeg"  /></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9" name="그림 8">
            <a:extLst>
              <a:ext uri="{FF2B5EF4-FFF2-40B4-BE49-F238E27FC236}">
                <a16:creationId xmlns:a16="http://schemas.microsoft.com/office/drawing/2014/main" id="{019BEA91-710F-4DA2-A57A-92029721C1AD}"/>
              </a:ext>
            </a:extLst>
          </p:cNvPr>
          <p:cNvPicPr>
            <a:picLocks noChangeAspect="1"/>
          </p:cNvPicPr>
          <p:nvPr userDrawn="1"/>
        </p:nvPicPr>
        <p:blipFill rotWithShape="1">
          <a:blip r:embed="rId7"/>
          <a:srcRect r="6054"/>
          <a:stretch/>
        </p:blipFill>
        <p:spPr>
          <a:xfrm>
            <a:off x="-1256" y="-3606"/>
            <a:ext cx="9144000" cy="792606"/>
          </a:xfrm>
          <a:prstGeom prst="rect">
            <a:avLst/>
          </a:prstGeom>
        </p:spPr>
      </p:pic>
      <p:sp>
        <p:nvSpPr>
          <p:cNvPr id="4137" name="Rectangle 41"/>
          <p:cNvSpPr>
            <a:spLocks noGrp="1" noChangeArrowheads="1"/>
          </p:cNvSpPr>
          <p:nvPr>
            <p:ph type="sldNum" sz="quarter" idx="4"/>
          </p:nvPr>
        </p:nvSpPr>
        <p:spPr bwMode="auto">
          <a:xfrm>
            <a:off x="110116" y="6560298"/>
            <a:ext cx="117020" cy="113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b" anchorCtr="0" compatLnSpc="1">
            <a:prstTxWarp prst="textNoShape">
              <a:avLst/>
            </a:prstTxWarp>
            <a:spAutoFit/>
          </a:bodyPr>
          <a:lstStyle>
            <a:lvl1pPr algn="r" defTabSz="757623" eaLnBrk="0" hangingPunct="0">
              <a:defRPr sz="738">
                <a:solidFill>
                  <a:srgbClr val="000000"/>
                </a:solidFill>
                <a:latin typeface="Arial" charset="0"/>
                <a:ea typeface="굴림" charset="-127"/>
              </a:defRPr>
            </a:lvl1pPr>
          </a:lstStyle>
          <a:p>
            <a:pPr>
              <a:defRPr/>
            </a:pPr>
            <a:fld id="{64B02B1F-C918-4EA9-8A71-4A69BA71DD78}" type="slidenum">
              <a:rPr lang="en-GB" altLang="ko-KR"/>
              <a:pPr>
                <a:defRPr/>
              </a:pPr>
              <a:t>‹#›</a:t>
            </a:fld>
            <a:endParaRPr lang="en-GB" altLang="ko-KR" dirty="0"/>
          </a:p>
        </p:txBody>
      </p:sp>
      <p:sp>
        <p:nvSpPr>
          <p:cNvPr id="1031" name="Rectangle 109"/>
          <p:cNvSpPr>
            <a:spLocks noGrp="1" noChangeArrowheads="1"/>
          </p:cNvSpPr>
          <p:nvPr>
            <p:ph type="body" idx="1"/>
          </p:nvPr>
        </p:nvSpPr>
        <p:spPr bwMode="auto">
          <a:xfrm>
            <a:off x="536455" y="1149000"/>
            <a:ext cx="8016997" cy="4800000"/>
          </a:xfrm>
          <a:prstGeom prst="rect">
            <a:avLst/>
          </a:prstGeom>
          <a:noFill/>
          <a:ln>
            <a:noFill/>
          </a:ln>
          <a:effectLst/>
          <a:extLst>
            <a:ext uri="{909E8E84-426E-40DD-AFC4-6F175D3DCCD1}">
              <a14:hiddenFill xmlns:a14="http://schemas.microsoft.com/office/drawing/2010/main">
                <a:solidFill>
                  <a:srgbClr val="E3F3E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18900000" algn="ctr" rotWithShape="0">
                    <a:srgbClr val="4B734F"/>
                  </a:outerShdw>
                </a:effectLst>
              </a14:hiddenEffects>
            </a:ext>
          </a:extLst>
        </p:spPr>
        <p:txBody>
          <a:bodyPr vert="horz" wrap="square" lIns="0" tIns="0" rIns="0" bIns="0" numCol="1" anchor="t" anchorCtr="0" compatLnSpc="1">
            <a:prstTxWarp prst="textNoShape">
              <a:avLst/>
            </a:prstTxWarp>
          </a:bodyPr>
          <a:lstStyle/>
          <a:p>
            <a:pPr lvl="0"/>
            <a:r>
              <a:rPr lang="en-US" altLang="ko-KR" dirty="0"/>
              <a:t>Click to edit Master text styles</a:t>
            </a:r>
          </a:p>
          <a:p>
            <a:pPr lvl="1"/>
            <a:r>
              <a:rPr lang="en-US" altLang="ko-KR" dirty="0"/>
              <a:t>second level</a:t>
            </a:r>
          </a:p>
          <a:p>
            <a:pPr lvl="2"/>
            <a:r>
              <a:rPr lang="en-US" altLang="ko-KR" dirty="0"/>
              <a:t>third level</a:t>
            </a:r>
          </a:p>
          <a:p>
            <a:pPr lvl="3"/>
            <a:r>
              <a:rPr lang="en-US" altLang="ko-KR" dirty="0"/>
              <a:t>fourth level</a:t>
            </a:r>
          </a:p>
          <a:p>
            <a:pPr lvl="0"/>
            <a:r>
              <a:rPr lang="en-US" altLang="ko-KR" dirty="0"/>
              <a:t>Second level, etc.</a:t>
            </a:r>
          </a:p>
        </p:txBody>
      </p:sp>
      <p:cxnSp>
        <p:nvCxnSpPr>
          <p:cNvPr id="11" name="직선 연결선 10">
            <a:extLst>
              <a:ext uri="{FF2B5EF4-FFF2-40B4-BE49-F238E27FC236}">
                <a16:creationId xmlns:a16="http://schemas.microsoft.com/office/drawing/2014/main" id="{A9CADA37-7BDD-4B7C-8BAC-B00D343C19E7}"/>
              </a:ext>
            </a:extLst>
          </p:cNvPr>
          <p:cNvCxnSpPr>
            <a:cxnSpLocks/>
          </p:cNvCxnSpPr>
          <p:nvPr userDrawn="1"/>
        </p:nvCxnSpPr>
        <p:spPr>
          <a:xfrm>
            <a:off x="0" y="789000"/>
            <a:ext cx="9144000" cy="0"/>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7591A48D-7862-4BD3-BDC0-4940E5CAC71D}"/>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t="29934" b="31683"/>
          <a:stretch/>
        </p:blipFill>
        <p:spPr>
          <a:xfrm>
            <a:off x="7452032" y="396649"/>
            <a:ext cx="1495572" cy="276754"/>
          </a:xfrm>
          <a:prstGeom prst="rect">
            <a:avLst/>
          </a:prstGeom>
        </p:spPr>
      </p:pic>
      <p:sp>
        <p:nvSpPr>
          <p:cNvPr id="3" name="Rectangle 6">
            <a:extLst>
              <a:ext uri="{FF2B5EF4-FFF2-40B4-BE49-F238E27FC236}">
                <a16:creationId xmlns:a16="http://schemas.microsoft.com/office/drawing/2014/main" id="{008097E2-E215-16CD-58E7-6BD7499887CF}"/>
              </a:ext>
            </a:extLst>
          </p:cNvPr>
          <p:cNvSpPr>
            <a:spLocks noGrp="1" noChangeArrowheads="1"/>
          </p:cNvSpPr>
          <p:nvPr>
            <p:ph type="title"/>
          </p:nvPr>
        </p:nvSpPr>
        <p:spPr bwMode="auto">
          <a:xfrm>
            <a:off x="339971" y="65100"/>
            <a:ext cx="8042031" cy="641350"/>
          </a:xfrm>
          <a:prstGeom prst="rect">
            <a:avLst/>
          </a:prstGeom>
          <a:noFill/>
          <a:ln>
            <a:noFill/>
          </a:ln>
          <a:effectLst/>
          <a:extLst>
            <a:ext uri="{909E8E84-426E-40DD-AFC4-6F175D3DCCD1}">
              <a14:hiddenFill xmlns:a14="http://schemas.microsoft.com/office/drawing/2010/main">
                <a:solidFill>
                  <a:srgbClr val="EE501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US" altLang="ko-KR" dirty="0"/>
              <a:t>Click to edit Master title style</a:t>
            </a:r>
          </a:p>
        </p:txBody>
      </p:sp>
    </p:spTree>
  </p:cSld>
  <p:clrMap bg1="lt1" tx1="dk1" bg2="lt2" tx2="dk2" accent1="accent1" accent2="accent2" accent3="accent3" accent4="accent4" accent5="accent5" accent6="accent6" hlink="hlink" folHlink="folHlink"/>
  <p:sldLayoutIdLst>
    <p:sldLayoutId id="2147483793" r:id="rId1"/>
    <p:sldLayoutId id="2147483771" r:id="rId2"/>
    <p:sldLayoutId id="2147483772" r:id="rId3"/>
    <p:sldLayoutId id="2147483794" r:id="rId4"/>
    <p:sldLayoutId id="2147483773" r:id="rId5"/>
  </p:sldLayoutIdLst>
  <p:transition/>
  <p:hf hdr="0" ftr="0" dt="0"/>
  <p:txStyles>
    <p:titleStyle>
      <a:lvl1pPr algn="l" defTabSz="597892" rtl="0" eaLnBrk="0" fontAlgn="base" hangingPunct="0">
        <a:spcBef>
          <a:spcPct val="0"/>
        </a:spcBef>
        <a:spcAft>
          <a:spcPct val="0"/>
        </a:spcAft>
        <a:defRPr sz="2400" b="1">
          <a:solidFill>
            <a:schemeClr val="bg1"/>
          </a:solidFill>
          <a:latin typeface="Corbel" panose="020B0503020204020204" pitchFamily="34" charset="0"/>
          <a:ea typeface="+mj-ea"/>
          <a:cs typeface="+mj-cs"/>
        </a:defRPr>
      </a:lvl1pPr>
      <a:lvl2pPr algn="l" defTabSz="597892" rtl="0" eaLnBrk="0" fontAlgn="base" hangingPunct="0">
        <a:spcBef>
          <a:spcPct val="0"/>
        </a:spcBef>
        <a:spcAft>
          <a:spcPct val="0"/>
        </a:spcAft>
        <a:defRPr sz="2031" b="1">
          <a:solidFill>
            <a:schemeClr val="bg1"/>
          </a:solidFill>
          <a:latin typeface="Arial" charset="0"/>
        </a:defRPr>
      </a:lvl2pPr>
      <a:lvl3pPr algn="l" defTabSz="597892" rtl="0" eaLnBrk="0" fontAlgn="base" hangingPunct="0">
        <a:spcBef>
          <a:spcPct val="0"/>
        </a:spcBef>
        <a:spcAft>
          <a:spcPct val="0"/>
        </a:spcAft>
        <a:defRPr sz="2031" b="1">
          <a:solidFill>
            <a:schemeClr val="bg1"/>
          </a:solidFill>
          <a:latin typeface="Arial" charset="0"/>
        </a:defRPr>
      </a:lvl3pPr>
      <a:lvl4pPr algn="l" defTabSz="597892" rtl="0" eaLnBrk="0" fontAlgn="base" hangingPunct="0">
        <a:spcBef>
          <a:spcPct val="0"/>
        </a:spcBef>
        <a:spcAft>
          <a:spcPct val="0"/>
        </a:spcAft>
        <a:defRPr sz="2031" b="1">
          <a:solidFill>
            <a:schemeClr val="bg1"/>
          </a:solidFill>
          <a:latin typeface="Arial" charset="0"/>
        </a:defRPr>
      </a:lvl4pPr>
      <a:lvl5pPr algn="l" defTabSz="597892" rtl="0" eaLnBrk="0" fontAlgn="base" hangingPunct="0">
        <a:spcBef>
          <a:spcPct val="0"/>
        </a:spcBef>
        <a:spcAft>
          <a:spcPct val="0"/>
        </a:spcAft>
        <a:defRPr sz="2031" b="1">
          <a:solidFill>
            <a:schemeClr val="bg1"/>
          </a:solidFill>
          <a:latin typeface="Arial" charset="0"/>
        </a:defRPr>
      </a:lvl5pPr>
      <a:lvl6pPr marL="422041" algn="l" defTabSz="597892" rtl="0" fontAlgn="base">
        <a:spcBef>
          <a:spcPct val="0"/>
        </a:spcBef>
        <a:spcAft>
          <a:spcPct val="0"/>
        </a:spcAft>
        <a:defRPr sz="2031" b="1">
          <a:solidFill>
            <a:schemeClr val="bg1"/>
          </a:solidFill>
          <a:latin typeface="Arial" charset="0"/>
        </a:defRPr>
      </a:lvl6pPr>
      <a:lvl7pPr marL="844083" algn="l" defTabSz="597892" rtl="0" fontAlgn="base">
        <a:spcBef>
          <a:spcPct val="0"/>
        </a:spcBef>
        <a:spcAft>
          <a:spcPct val="0"/>
        </a:spcAft>
        <a:defRPr sz="2031" b="1">
          <a:solidFill>
            <a:schemeClr val="bg1"/>
          </a:solidFill>
          <a:latin typeface="Arial" charset="0"/>
        </a:defRPr>
      </a:lvl7pPr>
      <a:lvl8pPr marL="1266124" algn="l" defTabSz="597892" rtl="0" fontAlgn="base">
        <a:spcBef>
          <a:spcPct val="0"/>
        </a:spcBef>
        <a:spcAft>
          <a:spcPct val="0"/>
        </a:spcAft>
        <a:defRPr sz="2031" b="1">
          <a:solidFill>
            <a:schemeClr val="bg1"/>
          </a:solidFill>
          <a:latin typeface="Arial" charset="0"/>
        </a:defRPr>
      </a:lvl8pPr>
      <a:lvl9pPr marL="1688165" algn="l" defTabSz="597892" rtl="0" fontAlgn="base">
        <a:spcBef>
          <a:spcPct val="0"/>
        </a:spcBef>
        <a:spcAft>
          <a:spcPct val="0"/>
        </a:spcAft>
        <a:defRPr sz="2031" b="1">
          <a:solidFill>
            <a:schemeClr val="bg1"/>
          </a:solidFill>
          <a:latin typeface="Arial" charset="0"/>
        </a:defRPr>
      </a:lvl9pPr>
    </p:titleStyle>
    <p:bodyStyle>
      <a:lvl1pPr marL="241795" indent="-241795" algn="l" defTabSz="597892" rtl="0" eaLnBrk="0" fontAlgn="base" hangingPunct="0">
        <a:lnSpc>
          <a:spcPct val="150000"/>
        </a:lnSpc>
        <a:spcBef>
          <a:spcPct val="115000"/>
        </a:spcBef>
        <a:spcAft>
          <a:spcPct val="0"/>
        </a:spcAft>
        <a:buClr>
          <a:schemeClr val="tx2"/>
        </a:buClr>
        <a:buFont typeface="Wingdings" pitchFamily="2" charset="2"/>
        <a:buChar char="n"/>
        <a:defRPr sz="1600" b="1">
          <a:solidFill>
            <a:srgbClr val="000000"/>
          </a:solidFill>
          <a:latin typeface="Corbel" panose="020B0503020204020204" pitchFamily="34" charset="0"/>
          <a:ea typeface="+mn-ea"/>
          <a:cs typeface="+mn-cs"/>
        </a:defRPr>
      </a:lvl1pPr>
      <a:lvl2pPr marL="410318" indent="-167058" algn="l" defTabSz="597892" rtl="0" eaLnBrk="0" fontAlgn="base" hangingPunct="0">
        <a:lnSpc>
          <a:spcPct val="150000"/>
        </a:lnSpc>
        <a:spcBef>
          <a:spcPct val="5000"/>
        </a:spcBef>
        <a:spcAft>
          <a:spcPct val="0"/>
        </a:spcAft>
        <a:buClr>
          <a:schemeClr val="tx2"/>
        </a:buClr>
        <a:buFont typeface="맑은 고딕" panose="020B0503020000020004" pitchFamily="50" charset="-127"/>
        <a:buChar char="√"/>
        <a:defRPr sz="1400">
          <a:solidFill>
            <a:srgbClr val="000000"/>
          </a:solidFill>
          <a:latin typeface="Corbel" panose="020B0503020204020204" pitchFamily="34" charset="0"/>
        </a:defRPr>
      </a:lvl2pPr>
      <a:lvl3pPr marL="580307" indent="-168524" algn="l" defTabSz="597892" rtl="0" eaLnBrk="0" fontAlgn="base" hangingPunct="0">
        <a:lnSpc>
          <a:spcPct val="150000"/>
        </a:lnSpc>
        <a:spcBef>
          <a:spcPct val="8000"/>
        </a:spcBef>
        <a:spcAft>
          <a:spcPct val="0"/>
        </a:spcAft>
        <a:buClr>
          <a:schemeClr val="tx2"/>
        </a:buClr>
        <a:buFont typeface="Arial" panose="020B0604020202020204" pitchFamily="34" charset="0"/>
        <a:buChar char="•"/>
        <a:defRPr sz="1200">
          <a:solidFill>
            <a:srgbClr val="000000"/>
          </a:solidFill>
          <a:latin typeface="Corbel" panose="020B0503020204020204" pitchFamily="34" charset="0"/>
        </a:defRPr>
      </a:lvl3pPr>
      <a:lvl4pPr marL="748831" indent="-167058" algn="l" defTabSz="597892" rtl="0" eaLnBrk="0" fontAlgn="base" hangingPunct="0">
        <a:lnSpc>
          <a:spcPct val="150000"/>
        </a:lnSpc>
        <a:spcBef>
          <a:spcPct val="8000"/>
        </a:spcBef>
        <a:spcAft>
          <a:spcPct val="0"/>
        </a:spcAft>
        <a:buClr>
          <a:schemeClr val="tx2"/>
        </a:buClr>
        <a:buFont typeface="Arial" pitchFamily="34" charset="0"/>
        <a:buChar char="-"/>
        <a:defRPr sz="1200">
          <a:solidFill>
            <a:srgbClr val="000000"/>
          </a:solidFill>
          <a:latin typeface="Corbel" panose="020B0503020204020204" pitchFamily="34" charset="0"/>
        </a:defRPr>
      </a:lvl4pPr>
      <a:lvl5pPr marL="917354" indent="-167058" algn="l" defTabSz="597892" rtl="0" eaLnBrk="0" fontAlgn="base" hangingPunct="0">
        <a:lnSpc>
          <a:spcPct val="150000"/>
        </a:lnSpc>
        <a:spcBef>
          <a:spcPct val="8000"/>
        </a:spcBef>
        <a:spcAft>
          <a:spcPct val="0"/>
        </a:spcAft>
        <a:buClr>
          <a:srgbClr val="F37121"/>
        </a:buClr>
        <a:buFont typeface="Wingdings" pitchFamily="2" charset="2"/>
        <a:buChar char="§"/>
        <a:defRPr sz="1292">
          <a:solidFill>
            <a:srgbClr val="000000"/>
          </a:solidFill>
          <a:latin typeface="Corbel" panose="020B0503020204020204" pitchFamily="34" charset="0"/>
        </a:defRPr>
      </a:lvl5pPr>
      <a:lvl6pPr marL="1339395" indent="-167058" algn="l" defTabSz="597892" rtl="0" fontAlgn="base">
        <a:lnSpc>
          <a:spcPct val="108000"/>
        </a:lnSpc>
        <a:spcBef>
          <a:spcPct val="8000"/>
        </a:spcBef>
        <a:spcAft>
          <a:spcPct val="0"/>
        </a:spcAft>
        <a:buClr>
          <a:srgbClr val="F37121"/>
        </a:buClr>
        <a:buFont typeface="Wingdings" pitchFamily="2" charset="2"/>
        <a:buChar char="§"/>
        <a:defRPr sz="1292">
          <a:solidFill>
            <a:srgbClr val="000000"/>
          </a:solidFill>
          <a:latin typeface="+mn-lt"/>
        </a:defRPr>
      </a:lvl6pPr>
      <a:lvl7pPr marL="1761436" indent="-167058" algn="l" defTabSz="597892" rtl="0" fontAlgn="base">
        <a:lnSpc>
          <a:spcPct val="108000"/>
        </a:lnSpc>
        <a:spcBef>
          <a:spcPct val="8000"/>
        </a:spcBef>
        <a:spcAft>
          <a:spcPct val="0"/>
        </a:spcAft>
        <a:buClr>
          <a:srgbClr val="F37121"/>
        </a:buClr>
        <a:buFont typeface="Wingdings" pitchFamily="2" charset="2"/>
        <a:buChar char="§"/>
        <a:defRPr sz="1292">
          <a:solidFill>
            <a:srgbClr val="000000"/>
          </a:solidFill>
          <a:latin typeface="+mn-lt"/>
        </a:defRPr>
      </a:lvl7pPr>
      <a:lvl8pPr marL="2183478" indent="-167058" algn="l" defTabSz="597892" rtl="0" fontAlgn="base">
        <a:lnSpc>
          <a:spcPct val="108000"/>
        </a:lnSpc>
        <a:spcBef>
          <a:spcPct val="8000"/>
        </a:spcBef>
        <a:spcAft>
          <a:spcPct val="0"/>
        </a:spcAft>
        <a:buClr>
          <a:srgbClr val="F37121"/>
        </a:buClr>
        <a:buFont typeface="Wingdings" pitchFamily="2" charset="2"/>
        <a:buChar char="§"/>
        <a:defRPr sz="1292">
          <a:solidFill>
            <a:srgbClr val="000000"/>
          </a:solidFill>
          <a:latin typeface="+mn-lt"/>
        </a:defRPr>
      </a:lvl8pPr>
      <a:lvl9pPr marL="2605519" indent="-167058" algn="l" defTabSz="597892" rtl="0" fontAlgn="base">
        <a:lnSpc>
          <a:spcPct val="108000"/>
        </a:lnSpc>
        <a:spcBef>
          <a:spcPct val="8000"/>
        </a:spcBef>
        <a:spcAft>
          <a:spcPct val="0"/>
        </a:spcAft>
        <a:buClr>
          <a:srgbClr val="F37121"/>
        </a:buClr>
        <a:buFont typeface="Wingdings" pitchFamily="2" charset="2"/>
        <a:buChar char="§"/>
        <a:defRPr sz="1292">
          <a:solidFill>
            <a:srgbClr val="000000"/>
          </a:solidFill>
          <a:latin typeface="+mn-lt"/>
        </a:defRPr>
      </a:lvl9pPr>
    </p:bodyStyle>
    <p:otherStyle>
      <a:defPPr>
        <a:defRPr lang="ko-KR"/>
      </a:defPPr>
      <a:lvl1pPr marL="0" algn="l" defTabSz="844083" rtl="0" eaLnBrk="1" latinLnBrk="1" hangingPunct="1">
        <a:defRPr sz="1662" kern="1200">
          <a:solidFill>
            <a:schemeClr val="tx1"/>
          </a:solidFill>
          <a:latin typeface="+mn-lt"/>
          <a:ea typeface="+mn-ea"/>
          <a:cs typeface="+mn-cs"/>
        </a:defRPr>
      </a:lvl1pPr>
      <a:lvl2pPr marL="422041" algn="l" defTabSz="844083" rtl="0" eaLnBrk="1" latinLnBrk="1" hangingPunct="1">
        <a:defRPr sz="1662" kern="1200">
          <a:solidFill>
            <a:schemeClr val="tx1"/>
          </a:solidFill>
          <a:latin typeface="+mn-lt"/>
          <a:ea typeface="+mn-ea"/>
          <a:cs typeface="+mn-cs"/>
        </a:defRPr>
      </a:lvl2pPr>
      <a:lvl3pPr marL="844083" algn="l" defTabSz="844083" rtl="0" eaLnBrk="1" latinLnBrk="1" hangingPunct="1">
        <a:defRPr sz="1662" kern="1200">
          <a:solidFill>
            <a:schemeClr val="tx1"/>
          </a:solidFill>
          <a:latin typeface="+mn-lt"/>
          <a:ea typeface="+mn-ea"/>
          <a:cs typeface="+mn-cs"/>
        </a:defRPr>
      </a:lvl3pPr>
      <a:lvl4pPr marL="1266124" algn="l" defTabSz="844083" rtl="0" eaLnBrk="1" latinLnBrk="1" hangingPunct="1">
        <a:defRPr sz="1662" kern="1200">
          <a:solidFill>
            <a:schemeClr val="tx1"/>
          </a:solidFill>
          <a:latin typeface="+mn-lt"/>
          <a:ea typeface="+mn-ea"/>
          <a:cs typeface="+mn-cs"/>
        </a:defRPr>
      </a:lvl4pPr>
      <a:lvl5pPr marL="1688165" algn="l" defTabSz="844083" rtl="0" eaLnBrk="1" latinLnBrk="1" hangingPunct="1">
        <a:defRPr sz="1662" kern="1200">
          <a:solidFill>
            <a:schemeClr val="tx1"/>
          </a:solidFill>
          <a:latin typeface="+mn-lt"/>
          <a:ea typeface="+mn-ea"/>
          <a:cs typeface="+mn-cs"/>
        </a:defRPr>
      </a:lvl5pPr>
      <a:lvl6pPr marL="2110207" algn="l" defTabSz="844083" rtl="0" eaLnBrk="1" latinLnBrk="1" hangingPunct="1">
        <a:defRPr sz="1662" kern="1200">
          <a:solidFill>
            <a:schemeClr val="tx1"/>
          </a:solidFill>
          <a:latin typeface="+mn-lt"/>
          <a:ea typeface="+mn-ea"/>
          <a:cs typeface="+mn-cs"/>
        </a:defRPr>
      </a:lvl6pPr>
      <a:lvl7pPr marL="2532248" algn="l" defTabSz="844083" rtl="0" eaLnBrk="1" latinLnBrk="1" hangingPunct="1">
        <a:defRPr sz="1662" kern="1200">
          <a:solidFill>
            <a:schemeClr val="tx1"/>
          </a:solidFill>
          <a:latin typeface="+mn-lt"/>
          <a:ea typeface="+mn-ea"/>
          <a:cs typeface="+mn-cs"/>
        </a:defRPr>
      </a:lvl7pPr>
      <a:lvl8pPr marL="2954289" algn="l" defTabSz="844083" rtl="0" eaLnBrk="1" latinLnBrk="1" hangingPunct="1">
        <a:defRPr sz="1662" kern="1200">
          <a:solidFill>
            <a:schemeClr val="tx1"/>
          </a:solidFill>
          <a:latin typeface="+mn-lt"/>
          <a:ea typeface="+mn-ea"/>
          <a:cs typeface="+mn-cs"/>
        </a:defRPr>
      </a:lvl8pPr>
      <a:lvl9pPr marL="3376331" algn="l" defTabSz="844083" rtl="0" eaLnBrk="1" latinLnBrk="1" hangingPunct="1">
        <a:defRPr sz="1662"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16FF8754-B9F3-D76F-38C3-B0091EEFC5EF}"/>
              </a:ext>
            </a:extLst>
          </p:cNvPr>
          <p:cNvPicPr>
            <a:picLocks noChangeAspect="1"/>
          </p:cNvPicPr>
          <p:nvPr userDrawn="1"/>
        </p:nvPicPr>
        <p:blipFill rotWithShape="1">
          <a:blip r:embed="rId7">
            <a:clrChange>
              <a:clrFrom>
                <a:srgbClr val="FFFFFF"/>
              </a:clrFrom>
              <a:clrTo>
                <a:srgbClr val="FFFFFF">
                  <a:alpha val="0"/>
                </a:srgbClr>
              </a:clrTo>
            </a:clrChange>
            <a:duotone>
              <a:prstClr val="black"/>
              <a:srgbClr val="C00000">
                <a:tint val="45000"/>
                <a:satMod val="400000"/>
              </a:srgbClr>
            </a:duotone>
          </a:blip>
          <a:srcRect r="24209"/>
          <a:stretch/>
        </p:blipFill>
        <p:spPr>
          <a:xfrm>
            <a:off x="-1255" y="-3606"/>
            <a:ext cx="7376881" cy="792606"/>
          </a:xfrm>
          <a:custGeom>
            <a:avLst/>
            <a:gdLst>
              <a:gd name="connsiteX0" fmla="*/ 0 w 7376881"/>
              <a:gd name="connsiteY0" fmla="*/ 0 h 792606"/>
              <a:gd name="connsiteX1" fmla="*/ 7376881 w 7376881"/>
              <a:gd name="connsiteY1" fmla="*/ 0 h 792606"/>
              <a:gd name="connsiteX2" fmla="*/ 7335083 w 7376881"/>
              <a:gd name="connsiteY2" fmla="*/ 72101 h 792606"/>
              <a:gd name="connsiteX3" fmla="*/ 6478558 w 7376881"/>
              <a:gd name="connsiteY3" fmla="*/ 773769 h 792606"/>
              <a:gd name="connsiteX4" fmla="*/ 6439960 w 7376881"/>
              <a:gd name="connsiteY4" fmla="*/ 792606 h 792606"/>
              <a:gd name="connsiteX5" fmla="*/ 0 w 7376881"/>
              <a:gd name="connsiteY5" fmla="*/ 792606 h 792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76881" h="792606">
                <a:moveTo>
                  <a:pt x="0" y="0"/>
                </a:moveTo>
                <a:lnTo>
                  <a:pt x="7376881" y="0"/>
                </a:lnTo>
                <a:lnTo>
                  <a:pt x="7335083" y="72101"/>
                </a:lnTo>
                <a:cubicBezTo>
                  <a:pt x="7153136" y="331561"/>
                  <a:pt x="6859280" y="569153"/>
                  <a:pt x="6478558" y="773769"/>
                </a:cubicBezTo>
                <a:lnTo>
                  <a:pt x="6439960" y="792606"/>
                </a:lnTo>
                <a:lnTo>
                  <a:pt x="0" y="792606"/>
                </a:lnTo>
                <a:close/>
              </a:path>
            </a:pathLst>
          </a:custGeom>
        </p:spPr>
      </p:pic>
      <p:sp>
        <p:nvSpPr>
          <p:cNvPr id="1027" name="Rectangle 6"/>
          <p:cNvSpPr>
            <a:spLocks noGrp="1" noChangeArrowheads="1"/>
          </p:cNvSpPr>
          <p:nvPr>
            <p:ph type="title"/>
          </p:nvPr>
        </p:nvSpPr>
        <p:spPr bwMode="auto">
          <a:xfrm>
            <a:off x="339971" y="65100"/>
            <a:ext cx="8042031" cy="641350"/>
          </a:xfrm>
          <a:prstGeom prst="rect">
            <a:avLst/>
          </a:prstGeom>
          <a:noFill/>
          <a:ln>
            <a:noFill/>
          </a:ln>
          <a:effectLst/>
          <a:extLst>
            <a:ext uri="{909E8E84-426E-40DD-AFC4-6F175D3DCCD1}">
              <a14:hiddenFill xmlns:a14="http://schemas.microsoft.com/office/drawing/2010/main">
                <a:solidFill>
                  <a:srgbClr val="EE501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US" altLang="ko-KR" dirty="0"/>
              <a:t>Click to edit Master title style</a:t>
            </a:r>
          </a:p>
        </p:txBody>
      </p:sp>
      <p:sp>
        <p:nvSpPr>
          <p:cNvPr id="1031" name="Rectangle 109"/>
          <p:cNvSpPr>
            <a:spLocks noGrp="1" noChangeArrowheads="1"/>
          </p:cNvSpPr>
          <p:nvPr>
            <p:ph type="body" idx="1"/>
          </p:nvPr>
        </p:nvSpPr>
        <p:spPr bwMode="auto">
          <a:xfrm>
            <a:off x="536455" y="1149000"/>
            <a:ext cx="8016997" cy="4800000"/>
          </a:xfrm>
          <a:prstGeom prst="rect">
            <a:avLst/>
          </a:prstGeom>
          <a:noFill/>
          <a:ln>
            <a:noFill/>
          </a:ln>
          <a:effectLst/>
          <a:extLst>
            <a:ext uri="{909E8E84-426E-40DD-AFC4-6F175D3DCCD1}">
              <a14:hiddenFill xmlns:a14="http://schemas.microsoft.com/office/drawing/2010/main">
                <a:solidFill>
                  <a:srgbClr val="E3F3E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18900000" algn="ctr" rotWithShape="0">
                    <a:srgbClr val="4B734F"/>
                  </a:outerShdw>
                </a:effectLst>
              </a14:hiddenEffects>
            </a:ext>
          </a:extLst>
        </p:spPr>
        <p:txBody>
          <a:bodyPr vert="horz" wrap="square" lIns="0" tIns="0" rIns="0" bIns="0" numCol="1" anchor="t" anchorCtr="0" compatLnSpc="1">
            <a:prstTxWarp prst="textNoShape">
              <a:avLst/>
            </a:prstTxWarp>
          </a:bodyPr>
          <a:lstStyle/>
          <a:p>
            <a:pPr lvl="0"/>
            <a:r>
              <a:rPr lang="en-US" altLang="ko-KR" dirty="0"/>
              <a:t>Click to edit Master text styles</a:t>
            </a:r>
          </a:p>
          <a:p>
            <a:pPr lvl="1"/>
            <a:r>
              <a:rPr lang="en-US" altLang="ko-KR" dirty="0"/>
              <a:t>second level</a:t>
            </a:r>
          </a:p>
          <a:p>
            <a:pPr lvl="2"/>
            <a:r>
              <a:rPr lang="en-US" altLang="ko-KR" dirty="0"/>
              <a:t>third level</a:t>
            </a:r>
          </a:p>
          <a:p>
            <a:pPr lvl="3"/>
            <a:r>
              <a:rPr lang="en-US" altLang="ko-KR" dirty="0"/>
              <a:t>fourth level</a:t>
            </a:r>
          </a:p>
          <a:p>
            <a:pPr lvl="0"/>
            <a:r>
              <a:rPr lang="en-US" altLang="ko-KR" dirty="0"/>
              <a:t>Second level, etc.</a:t>
            </a:r>
          </a:p>
        </p:txBody>
      </p:sp>
      <p:cxnSp>
        <p:nvCxnSpPr>
          <p:cNvPr id="11" name="직선 연결선 10">
            <a:extLst>
              <a:ext uri="{FF2B5EF4-FFF2-40B4-BE49-F238E27FC236}">
                <a16:creationId xmlns:a16="http://schemas.microsoft.com/office/drawing/2014/main" id="{A9CADA37-7BDD-4B7C-8BAC-B00D343C19E7}"/>
              </a:ext>
            </a:extLst>
          </p:cNvPr>
          <p:cNvCxnSpPr>
            <a:cxnSpLocks/>
          </p:cNvCxnSpPr>
          <p:nvPr userDrawn="1"/>
        </p:nvCxnSpPr>
        <p:spPr>
          <a:xfrm>
            <a:off x="0" y="789000"/>
            <a:ext cx="9144000" cy="0"/>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7591A48D-7862-4BD3-BDC0-4940E5CAC71D}"/>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t="29934" b="31683"/>
          <a:stretch/>
        </p:blipFill>
        <p:spPr>
          <a:xfrm>
            <a:off x="7452032" y="396649"/>
            <a:ext cx="1495572" cy="276754"/>
          </a:xfrm>
          <a:prstGeom prst="rect">
            <a:avLst/>
          </a:prstGeom>
        </p:spPr>
      </p:pic>
      <p:sp>
        <p:nvSpPr>
          <p:cNvPr id="4" name="직사각형 3">
            <a:extLst>
              <a:ext uri="{FF2B5EF4-FFF2-40B4-BE49-F238E27FC236}">
                <a16:creationId xmlns:a16="http://schemas.microsoft.com/office/drawing/2014/main" id="{6617EA2C-9563-3A9C-CD52-0AE019419479}"/>
              </a:ext>
            </a:extLst>
          </p:cNvPr>
          <p:cNvSpPr/>
          <p:nvPr userDrawn="1"/>
        </p:nvSpPr>
        <p:spPr>
          <a:xfrm rot="10800000">
            <a:off x="695077" y="6262962"/>
            <a:ext cx="8448923" cy="46038"/>
          </a:xfrm>
          <a:prstGeom prst="rect">
            <a:avLst/>
          </a:prstGeom>
          <a:gradFill flip="none" rotWithShape="1">
            <a:gsLst>
              <a:gs pos="0">
                <a:srgbClr val="9A1F4E"/>
              </a:gs>
              <a:gs pos="25000">
                <a:srgbClr val="9A1F4E"/>
              </a:gs>
              <a:gs pos="75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ko-KR" altLang="en-US" dirty="0"/>
          </a:p>
        </p:txBody>
      </p:sp>
      <p:pic>
        <p:nvPicPr>
          <p:cNvPr id="5" name="그림 4">
            <a:extLst>
              <a:ext uri="{FF2B5EF4-FFF2-40B4-BE49-F238E27FC236}">
                <a16:creationId xmlns:a16="http://schemas.microsoft.com/office/drawing/2014/main" id="{5BB15DAD-E0C6-A00C-DFBE-C16F6DB13731}"/>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251952" y="6399033"/>
            <a:ext cx="1263900" cy="358297"/>
          </a:xfrm>
          <a:prstGeom prst="rect">
            <a:avLst/>
          </a:prstGeom>
        </p:spPr>
      </p:pic>
      <p:sp>
        <p:nvSpPr>
          <p:cNvPr id="6" name="슬라이드 번호 개체 틀 5">
            <a:extLst>
              <a:ext uri="{FF2B5EF4-FFF2-40B4-BE49-F238E27FC236}">
                <a16:creationId xmlns:a16="http://schemas.microsoft.com/office/drawing/2014/main" id="{4C4BDD22-E678-EB87-D6D2-EB743F53AA76}"/>
              </a:ext>
            </a:extLst>
          </p:cNvPr>
          <p:cNvSpPr txBox="1">
            <a:spLocks/>
          </p:cNvSpPr>
          <p:nvPr userDrawn="1"/>
        </p:nvSpPr>
        <p:spPr>
          <a:xfrm>
            <a:off x="8077200" y="6459538"/>
            <a:ext cx="949569" cy="328612"/>
          </a:xfrm>
          <a:prstGeom prst="rect">
            <a:avLst/>
          </a:prstGeom>
        </p:spPr>
        <p:txBody>
          <a:bodyPr/>
          <a:lstStyle>
            <a:lvl1pPr algn="r">
              <a:defRPr sz="1100">
                <a:solidFill>
                  <a:schemeClr val="tx1">
                    <a:alpha val="50000"/>
                  </a:schemeClr>
                </a:solidFill>
                <a:latin typeface="Arial Black" pitchFamily="34" charset="0"/>
                <a:ea typeface="HY헤드라인M" pitchFamily="18" charset="-127"/>
              </a:defRPr>
            </a:lvl1pPr>
          </a:lstStyle>
          <a:p>
            <a:pPr fontAlgn="auto">
              <a:spcBef>
                <a:spcPts val="0"/>
              </a:spcBef>
              <a:spcAft>
                <a:spcPts val="0"/>
              </a:spcAft>
              <a:buClrTx/>
              <a:buFontTx/>
              <a:buNone/>
              <a:defRPr/>
            </a:pPr>
            <a:fld id="{90FC0BDF-B890-41DA-9838-AE8FE480B3D1}" type="slidenum">
              <a:rPr kumimoji="0" lang="ko-KR" altLang="en-US" sz="1200" b="0" smtClean="0">
                <a:solidFill>
                  <a:srgbClr val="002060"/>
                </a:solidFill>
                <a:latin typeface="+mn-ea"/>
                <a:ea typeface="+mn-ea"/>
              </a:rPr>
              <a:pPr fontAlgn="auto">
                <a:spcBef>
                  <a:spcPts val="0"/>
                </a:spcBef>
                <a:spcAft>
                  <a:spcPts val="0"/>
                </a:spcAft>
                <a:buClrTx/>
                <a:buFontTx/>
                <a:buNone/>
                <a:defRPr/>
              </a:pPr>
              <a:t>‹#›</a:t>
            </a:fld>
            <a:endParaRPr kumimoji="0" lang="en-US" altLang="ko-KR" sz="1200" b="0" dirty="0">
              <a:solidFill>
                <a:srgbClr val="002060"/>
              </a:solidFill>
              <a:latin typeface="+mn-ea"/>
              <a:ea typeface="+mn-ea"/>
            </a:endParaRPr>
          </a:p>
        </p:txBody>
      </p:sp>
    </p:spTree>
    <p:extLst>
      <p:ext uri="{BB962C8B-B14F-4D97-AF65-F5344CB8AC3E}">
        <p14:creationId xmlns:p14="http://schemas.microsoft.com/office/powerpoint/2010/main" val="1240662810"/>
      </p:ext>
    </p:extLst>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Lst>
  <p:transition/>
  <p:hf hdr="0" ftr="0" dt="0"/>
  <p:txStyles>
    <p:titleStyle>
      <a:lvl1pPr algn="l" defTabSz="597892" rtl="0" eaLnBrk="0" fontAlgn="base" hangingPunct="0">
        <a:spcBef>
          <a:spcPct val="0"/>
        </a:spcBef>
        <a:spcAft>
          <a:spcPct val="0"/>
        </a:spcAft>
        <a:defRPr sz="2400" b="1">
          <a:solidFill>
            <a:schemeClr val="bg1"/>
          </a:solidFill>
          <a:latin typeface="Corbel" panose="020B0503020204020204" pitchFamily="34" charset="0"/>
          <a:ea typeface="+mj-ea"/>
          <a:cs typeface="+mj-cs"/>
        </a:defRPr>
      </a:lvl1pPr>
      <a:lvl2pPr algn="l" defTabSz="597892" rtl="0" eaLnBrk="0" fontAlgn="base" hangingPunct="0">
        <a:spcBef>
          <a:spcPct val="0"/>
        </a:spcBef>
        <a:spcAft>
          <a:spcPct val="0"/>
        </a:spcAft>
        <a:defRPr sz="2031" b="1">
          <a:solidFill>
            <a:schemeClr val="bg1"/>
          </a:solidFill>
          <a:latin typeface="Arial" charset="0"/>
        </a:defRPr>
      </a:lvl2pPr>
      <a:lvl3pPr algn="l" defTabSz="597892" rtl="0" eaLnBrk="0" fontAlgn="base" hangingPunct="0">
        <a:spcBef>
          <a:spcPct val="0"/>
        </a:spcBef>
        <a:spcAft>
          <a:spcPct val="0"/>
        </a:spcAft>
        <a:defRPr sz="2031" b="1">
          <a:solidFill>
            <a:schemeClr val="bg1"/>
          </a:solidFill>
          <a:latin typeface="Arial" charset="0"/>
        </a:defRPr>
      </a:lvl3pPr>
      <a:lvl4pPr algn="l" defTabSz="597892" rtl="0" eaLnBrk="0" fontAlgn="base" hangingPunct="0">
        <a:spcBef>
          <a:spcPct val="0"/>
        </a:spcBef>
        <a:spcAft>
          <a:spcPct val="0"/>
        </a:spcAft>
        <a:defRPr sz="2031" b="1">
          <a:solidFill>
            <a:schemeClr val="bg1"/>
          </a:solidFill>
          <a:latin typeface="Arial" charset="0"/>
        </a:defRPr>
      </a:lvl4pPr>
      <a:lvl5pPr algn="l" defTabSz="597892" rtl="0" eaLnBrk="0" fontAlgn="base" hangingPunct="0">
        <a:spcBef>
          <a:spcPct val="0"/>
        </a:spcBef>
        <a:spcAft>
          <a:spcPct val="0"/>
        </a:spcAft>
        <a:defRPr sz="2031" b="1">
          <a:solidFill>
            <a:schemeClr val="bg1"/>
          </a:solidFill>
          <a:latin typeface="Arial" charset="0"/>
        </a:defRPr>
      </a:lvl5pPr>
      <a:lvl6pPr marL="422041" algn="l" defTabSz="597892" rtl="0" fontAlgn="base">
        <a:spcBef>
          <a:spcPct val="0"/>
        </a:spcBef>
        <a:spcAft>
          <a:spcPct val="0"/>
        </a:spcAft>
        <a:defRPr sz="2031" b="1">
          <a:solidFill>
            <a:schemeClr val="bg1"/>
          </a:solidFill>
          <a:latin typeface="Arial" charset="0"/>
        </a:defRPr>
      </a:lvl6pPr>
      <a:lvl7pPr marL="844083" algn="l" defTabSz="597892" rtl="0" fontAlgn="base">
        <a:spcBef>
          <a:spcPct val="0"/>
        </a:spcBef>
        <a:spcAft>
          <a:spcPct val="0"/>
        </a:spcAft>
        <a:defRPr sz="2031" b="1">
          <a:solidFill>
            <a:schemeClr val="bg1"/>
          </a:solidFill>
          <a:latin typeface="Arial" charset="0"/>
        </a:defRPr>
      </a:lvl7pPr>
      <a:lvl8pPr marL="1266124" algn="l" defTabSz="597892" rtl="0" fontAlgn="base">
        <a:spcBef>
          <a:spcPct val="0"/>
        </a:spcBef>
        <a:spcAft>
          <a:spcPct val="0"/>
        </a:spcAft>
        <a:defRPr sz="2031" b="1">
          <a:solidFill>
            <a:schemeClr val="bg1"/>
          </a:solidFill>
          <a:latin typeface="Arial" charset="0"/>
        </a:defRPr>
      </a:lvl8pPr>
      <a:lvl9pPr marL="1688165" algn="l" defTabSz="597892" rtl="0" fontAlgn="base">
        <a:spcBef>
          <a:spcPct val="0"/>
        </a:spcBef>
        <a:spcAft>
          <a:spcPct val="0"/>
        </a:spcAft>
        <a:defRPr sz="2031" b="1">
          <a:solidFill>
            <a:schemeClr val="bg1"/>
          </a:solidFill>
          <a:latin typeface="Arial" charset="0"/>
        </a:defRPr>
      </a:lvl9pPr>
    </p:titleStyle>
    <p:bodyStyle>
      <a:lvl1pPr marL="241795" indent="-241795" algn="l" defTabSz="597892" rtl="0" eaLnBrk="0" fontAlgn="base" hangingPunct="0">
        <a:lnSpc>
          <a:spcPct val="150000"/>
        </a:lnSpc>
        <a:spcBef>
          <a:spcPct val="115000"/>
        </a:spcBef>
        <a:spcAft>
          <a:spcPct val="0"/>
        </a:spcAft>
        <a:buClr>
          <a:schemeClr val="tx2"/>
        </a:buClr>
        <a:buFont typeface="Wingdings" pitchFamily="2" charset="2"/>
        <a:buChar char="n"/>
        <a:defRPr sz="1600" b="1">
          <a:solidFill>
            <a:srgbClr val="000000"/>
          </a:solidFill>
          <a:latin typeface="Corbel" panose="020B0503020204020204" pitchFamily="34" charset="0"/>
          <a:ea typeface="+mn-ea"/>
          <a:cs typeface="+mn-cs"/>
        </a:defRPr>
      </a:lvl1pPr>
      <a:lvl2pPr marL="410318" indent="-167058" algn="l" defTabSz="597892" rtl="0" eaLnBrk="0" fontAlgn="base" hangingPunct="0">
        <a:lnSpc>
          <a:spcPct val="150000"/>
        </a:lnSpc>
        <a:spcBef>
          <a:spcPct val="5000"/>
        </a:spcBef>
        <a:spcAft>
          <a:spcPct val="0"/>
        </a:spcAft>
        <a:buClr>
          <a:schemeClr val="tx2"/>
        </a:buClr>
        <a:buFont typeface="맑은 고딕" panose="020B0503020000020004" pitchFamily="50" charset="-127"/>
        <a:buChar char="√"/>
        <a:defRPr sz="1400">
          <a:solidFill>
            <a:srgbClr val="000000"/>
          </a:solidFill>
          <a:latin typeface="Corbel" panose="020B0503020204020204" pitchFamily="34" charset="0"/>
        </a:defRPr>
      </a:lvl2pPr>
      <a:lvl3pPr marL="580307" indent="-168524" algn="l" defTabSz="597892" rtl="0" eaLnBrk="0" fontAlgn="base" hangingPunct="0">
        <a:lnSpc>
          <a:spcPct val="150000"/>
        </a:lnSpc>
        <a:spcBef>
          <a:spcPct val="8000"/>
        </a:spcBef>
        <a:spcAft>
          <a:spcPct val="0"/>
        </a:spcAft>
        <a:buClr>
          <a:schemeClr val="tx2"/>
        </a:buClr>
        <a:buFont typeface="Arial" panose="020B0604020202020204" pitchFamily="34" charset="0"/>
        <a:buChar char="•"/>
        <a:defRPr sz="1200">
          <a:solidFill>
            <a:srgbClr val="000000"/>
          </a:solidFill>
          <a:latin typeface="Corbel" panose="020B0503020204020204" pitchFamily="34" charset="0"/>
        </a:defRPr>
      </a:lvl3pPr>
      <a:lvl4pPr marL="748831" indent="-167058" algn="l" defTabSz="597892" rtl="0" eaLnBrk="0" fontAlgn="base" hangingPunct="0">
        <a:lnSpc>
          <a:spcPct val="150000"/>
        </a:lnSpc>
        <a:spcBef>
          <a:spcPct val="8000"/>
        </a:spcBef>
        <a:spcAft>
          <a:spcPct val="0"/>
        </a:spcAft>
        <a:buClr>
          <a:schemeClr val="tx2"/>
        </a:buClr>
        <a:buFont typeface="Arial" pitchFamily="34" charset="0"/>
        <a:buChar char="-"/>
        <a:defRPr sz="1200">
          <a:solidFill>
            <a:srgbClr val="000000"/>
          </a:solidFill>
          <a:latin typeface="Corbel" panose="020B0503020204020204" pitchFamily="34" charset="0"/>
        </a:defRPr>
      </a:lvl4pPr>
      <a:lvl5pPr marL="917354" indent="-167058" algn="l" defTabSz="597892" rtl="0" eaLnBrk="0" fontAlgn="base" hangingPunct="0">
        <a:lnSpc>
          <a:spcPct val="150000"/>
        </a:lnSpc>
        <a:spcBef>
          <a:spcPct val="8000"/>
        </a:spcBef>
        <a:spcAft>
          <a:spcPct val="0"/>
        </a:spcAft>
        <a:buClr>
          <a:srgbClr val="F37121"/>
        </a:buClr>
        <a:buFont typeface="Wingdings" pitchFamily="2" charset="2"/>
        <a:buChar char="§"/>
        <a:defRPr sz="1292">
          <a:solidFill>
            <a:srgbClr val="000000"/>
          </a:solidFill>
          <a:latin typeface="Corbel" panose="020B0503020204020204" pitchFamily="34" charset="0"/>
        </a:defRPr>
      </a:lvl5pPr>
      <a:lvl6pPr marL="1339395" indent="-167058" algn="l" defTabSz="597892" rtl="0" fontAlgn="base">
        <a:lnSpc>
          <a:spcPct val="108000"/>
        </a:lnSpc>
        <a:spcBef>
          <a:spcPct val="8000"/>
        </a:spcBef>
        <a:spcAft>
          <a:spcPct val="0"/>
        </a:spcAft>
        <a:buClr>
          <a:srgbClr val="F37121"/>
        </a:buClr>
        <a:buFont typeface="Wingdings" pitchFamily="2" charset="2"/>
        <a:buChar char="§"/>
        <a:defRPr sz="1292">
          <a:solidFill>
            <a:srgbClr val="000000"/>
          </a:solidFill>
          <a:latin typeface="+mn-lt"/>
        </a:defRPr>
      </a:lvl6pPr>
      <a:lvl7pPr marL="1761436" indent="-167058" algn="l" defTabSz="597892" rtl="0" fontAlgn="base">
        <a:lnSpc>
          <a:spcPct val="108000"/>
        </a:lnSpc>
        <a:spcBef>
          <a:spcPct val="8000"/>
        </a:spcBef>
        <a:spcAft>
          <a:spcPct val="0"/>
        </a:spcAft>
        <a:buClr>
          <a:srgbClr val="F37121"/>
        </a:buClr>
        <a:buFont typeface="Wingdings" pitchFamily="2" charset="2"/>
        <a:buChar char="§"/>
        <a:defRPr sz="1292">
          <a:solidFill>
            <a:srgbClr val="000000"/>
          </a:solidFill>
          <a:latin typeface="+mn-lt"/>
        </a:defRPr>
      </a:lvl7pPr>
      <a:lvl8pPr marL="2183478" indent="-167058" algn="l" defTabSz="597892" rtl="0" fontAlgn="base">
        <a:lnSpc>
          <a:spcPct val="108000"/>
        </a:lnSpc>
        <a:spcBef>
          <a:spcPct val="8000"/>
        </a:spcBef>
        <a:spcAft>
          <a:spcPct val="0"/>
        </a:spcAft>
        <a:buClr>
          <a:srgbClr val="F37121"/>
        </a:buClr>
        <a:buFont typeface="Wingdings" pitchFamily="2" charset="2"/>
        <a:buChar char="§"/>
        <a:defRPr sz="1292">
          <a:solidFill>
            <a:srgbClr val="000000"/>
          </a:solidFill>
          <a:latin typeface="+mn-lt"/>
        </a:defRPr>
      </a:lvl8pPr>
      <a:lvl9pPr marL="2605519" indent="-167058" algn="l" defTabSz="597892" rtl="0" fontAlgn="base">
        <a:lnSpc>
          <a:spcPct val="108000"/>
        </a:lnSpc>
        <a:spcBef>
          <a:spcPct val="8000"/>
        </a:spcBef>
        <a:spcAft>
          <a:spcPct val="0"/>
        </a:spcAft>
        <a:buClr>
          <a:srgbClr val="F37121"/>
        </a:buClr>
        <a:buFont typeface="Wingdings" pitchFamily="2" charset="2"/>
        <a:buChar char="§"/>
        <a:defRPr sz="1292">
          <a:solidFill>
            <a:srgbClr val="000000"/>
          </a:solidFill>
          <a:latin typeface="+mn-lt"/>
        </a:defRPr>
      </a:lvl9pPr>
    </p:bodyStyle>
    <p:otherStyle>
      <a:defPPr>
        <a:defRPr lang="ko-KR"/>
      </a:defPPr>
      <a:lvl1pPr marL="0" algn="l" defTabSz="844083" rtl="0" eaLnBrk="1" latinLnBrk="1" hangingPunct="1">
        <a:defRPr sz="1662" kern="1200">
          <a:solidFill>
            <a:schemeClr val="tx1"/>
          </a:solidFill>
          <a:latin typeface="+mn-lt"/>
          <a:ea typeface="+mn-ea"/>
          <a:cs typeface="+mn-cs"/>
        </a:defRPr>
      </a:lvl1pPr>
      <a:lvl2pPr marL="422041" algn="l" defTabSz="844083" rtl="0" eaLnBrk="1" latinLnBrk="1" hangingPunct="1">
        <a:defRPr sz="1662" kern="1200">
          <a:solidFill>
            <a:schemeClr val="tx1"/>
          </a:solidFill>
          <a:latin typeface="+mn-lt"/>
          <a:ea typeface="+mn-ea"/>
          <a:cs typeface="+mn-cs"/>
        </a:defRPr>
      </a:lvl2pPr>
      <a:lvl3pPr marL="844083" algn="l" defTabSz="844083" rtl="0" eaLnBrk="1" latinLnBrk="1" hangingPunct="1">
        <a:defRPr sz="1662" kern="1200">
          <a:solidFill>
            <a:schemeClr val="tx1"/>
          </a:solidFill>
          <a:latin typeface="+mn-lt"/>
          <a:ea typeface="+mn-ea"/>
          <a:cs typeface="+mn-cs"/>
        </a:defRPr>
      </a:lvl3pPr>
      <a:lvl4pPr marL="1266124" algn="l" defTabSz="844083" rtl="0" eaLnBrk="1" latinLnBrk="1" hangingPunct="1">
        <a:defRPr sz="1662" kern="1200">
          <a:solidFill>
            <a:schemeClr val="tx1"/>
          </a:solidFill>
          <a:latin typeface="+mn-lt"/>
          <a:ea typeface="+mn-ea"/>
          <a:cs typeface="+mn-cs"/>
        </a:defRPr>
      </a:lvl4pPr>
      <a:lvl5pPr marL="1688165" algn="l" defTabSz="844083" rtl="0" eaLnBrk="1" latinLnBrk="1" hangingPunct="1">
        <a:defRPr sz="1662" kern="1200">
          <a:solidFill>
            <a:schemeClr val="tx1"/>
          </a:solidFill>
          <a:latin typeface="+mn-lt"/>
          <a:ea typeface="+mn-ea"/>
          <a:cs typeface="+mn-cs"/>
        </a:defRPr>
      </a:lvl5pPr>
      <a:lvl6pPr marL="2110207" algn="l" defTabSz="844083" rtl="0" eaLnBrk="1" latinLnBrk="1" hangingPunct="1">
        <a:defRPr sz="1662" kern="1200">
          <a:solidFill>
            <a:schemeClr val="tx1"/>
          </a:solidFill>
          <a:latin typeface="+mn-lt"/>
          <a:ea typeface="+mn-ea"/>
          <a:cs typeface="+mn-cs"/>
        </a:defRPr>
      </a:lvl6pPr>
      <a:lvl7pPr marL="2532248" algn="l" defTabSz="844083" rtl="0" eaLnBrk="1" latinLnBrk="1" hangingPunct="1">
        <a:defRPr sz="1662" kern="1200">
          <a:solidFill>
            <a:schemeClr val="tx1"/>
          </a:solidFill>
          <a:latin typeface="+mn-lt"/>
          <a:ea typeface="+mn-ea"/>
          <a:cs typeface="+mn-cs"/>
        </a:defRPr>
      </a:lvl7pPr>
      <a:lvl8pPr marL="2954289" algn="l" defTabSz="844083" rtl="0" eaLnBrk="1" latinLnBrk="1" hangingPunct="1">
        <a:defRPr sz="1662" kern="1200">
          <a:solidFill>
            <a:schemeClr val="tx1"/>
          </a:solidFill>
          <a:latin typeface="+mn-lt"/>
          <a:ea typeface="+mn-ea"/>
          <a:cs typeface="+mn-cs"/>
        </a:defRPr>
      </a:lvl8pPr>
      <a:lvl9pPr marL="3376331" algn="l" defTabSz="844083" rtl="0" eaLnBrk="1" latinLnBrk="1" hangingPunct="1">
        <a:defRPr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5.png"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 standalone="yes" ?><Relationships xmlns="http://schemas.openxmlformats.org/package/2006/relationships"><Relationship Id="rId1" Type="http://schemas.openxmlformats.org/officeDocument/2006/relationships/notesSlide" Target="../notesSlides/notesSlide3.xml"  /><Relationship Id="rId2"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notesSlide" Target="../notesSlides/notesSlide4.xml"  /><Relationship Id="rId2"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notesSlide" Target="../notesSlides/notesSlide5.xml"  /><Relationship Id="rId2"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notesSlide" Target="../notesSlides/notesSlide6.xml"  /><Relationship Id="rId2"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notesSlide" Target="../notesSlides/notesSlide7.xml"  /><Relationship Id="rId2"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notesSlide" Target="../notesSlides/notesSlide8.xml"  /><Relationship Id="rId2"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notesSlide" Target="../notesSlides/notesSlide9.xml"  /><Relationship Id="rId2"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notesSlide" Target="../notesSlides/notesSlide10.xml"  /><Relationship Id="rId2"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notesSlide" Target="../notesSlides/notesSlide11.xml"  /><Relationship Id="rId2"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notesSlide" Target="../notesSlides/notesSlide12.xml"  /><Relationship Id="rId2"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notesSlide" Target="../notesSlides/notesSlide13.xml"  /><Relationship Id="rId2"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notesSlide" Target="../notesSlides/notesSlide14.xml"  /><Relationship Id="rId2"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notesSlide" Target="../notesSlides/notesSlide15.xml"  /><Relationship Id="rId2"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notesSlide" Target="../notesSlides/notesSlide16.xml"  /><Relationship Id="rId2" Type="http://schemas.openxmlformats.org/officeDocument/2006/relationships/slideLayout" Target="../slideLayouts/slideLayout9.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4.png"  /></Relationships>
</file>

<file path=ppt/slides/slide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pic>
        <p:nvPicPr>
          <p:cNvPr id="7" name="그림 6"/>
          <p:cNvPicPr>
            <a:picLocks noChangeAspect="1"/>
          </p:cNvPicPr>
          <p:nvPr/>
        </p:nvPicPr>
        <p:blipFill rotWithShape="1">
          <a:blip r:embed="rId2"/>
          <a:srcRect t="29930" b="31680"/>
          <a:stretch>
            <a:fillRect/>
          </a:stretch>
        </p:blipFill>
        <p:spPr>
          <a:xfrm>
            <a:off x="7452032" y="6399033"/>
            <a:ext cx="1444806" cy="267360"/>
          </a:xfrm>
          <a:prstGeom prst="rect">
            <a:avLst/>
          </a:prstGeom>
        </p:spPr>
      </p:pic>
      <p:sp>
        <p:nvSpPr>
          <p:cNvPr id="9" name="TextBox 8"/>
          <p:cNvSpPr txBox="1"/>
          <p:nvPr/>
        </p:nvSpPr>
        <p:spPr>
          <a:xfrm>
            <a:off x="1016960" y="2193435"/>
            <a:ext cx="7110079" cy="875561"/>
          </a:xfrm>
          <a:prstGeom prst="rect">
            <a:avLst/>
          </a:prstGeom>
          <a:noFill/>
        </p:spPr>
        <p:txBody>
          <a:bodyPr wrap="square">
            <a:spAutoFit/>
          </a:bodyPr>
          <a:lstStyle/>
          <a:p>
            <a:pPr marL="38100" marR="0" indent="0" algn="ctr" latinLnBrk="1">
              <a:lnSpc>
                <a:spcPct val="130000"/>
              </a:lnSpc>
              <a:spcBef>
                <a:spcPts val="0"/>
              </a:spcBef>
              <a:spcAft>
                <a:spcPts val="0"/>
              </a:spcAft>
              <a:defRPr/>
            </a:pPr>
            <a:r>
              <a:rPr lang="ko-KR" altLang="en-US" sz="4400" b="1">
                <a:solidFill>
                  <a:srgbClr val="002060"/>
                </a:solidFill>
                <a:latin typeface="맑은 고딕"/>
                <a:ea typeface="맑은 고딕"/>
                <a:cs typeface="+mj-cs"/>
              </a:rPr>
              <a:t>프로젝트</a:t>
            </a:r>
            <a:r>
              <a:rPr lang="en-US" altLang="ko-KR" sz="4400" b="1">
                <a:solidFill>
                  <a:srgbClr val="002060"/>
                </a:solidFill>
                <a:latin typeface="맑은 고딕"/>
                <a:ea typeface="맑은 고딕"/>
                <a:cs typeface="+mj-cs"/>
              </a:rPr>
              <a:t> #2 </a:t>
            </a:r>
            <a:r>
              <a:rPr lang="ko-KR" altLang="en-US" sz="4400" b="1">
                <a:solidFill>
                  <a:srgbClr val="002060"/>
                </a:solidFill>
                <a:latin typeface="맑은 고딕"/>
                <a:ea typeface="맑은 고딕"/>
                <a:cs typeface="+mj-cs"/>
              </a:rPr>
              <a:t>발표평가</a:t>
            </a:r>
            <a:endParaRPr lang="en-US" altLang="ko-KR" sz="4400" b="1">
              <a:solidFill>
                <a:srgbClr val="002060"/>
              </a:solidFill>
              <a:latin typeface="맑은 고딕"/>
              <a:ea typeface="맑은 고딕"/>
              <a:cs typeface="+mj-cs"/>
            </a:endParaRPr>
          </a:p>
        </p:txBody>
      </p:sp>
      <p:sp>
        <p:nvSpPr>
          <p:cNvPr id="8" name="Rectangle 3"/>
          <p:cNvSpPr txBox="1">
            <a:spLocks noChangeArrowheads="1"/>
          </p:cNvSpPr>
          <p:nvPr/>
        </p:nvSpPr>
        <p:spPr>
          <a:xfrm>
            <a:off x="1421963" y="4878004"/>
            <a:ext cx="6300072" cy="793846"/>
          </a:xfrm>
          <a:prstGeom prst="rect">
            <a:avLst/>
          </a:prstGeom>
          <a:noFill/>
          <a:ln>
            <a:noFill/>
          </a:ln>
          <a:effectLst/>
        </p:spPr>
        <p:txBody>
          <a:bodyPr vert="horz" wrap="square" lIns="84406" tIns="42203" rIns="84406" bIns="42203" anchor="t" anchorCtr="0">
            <a:prstTxWarp prst="textNoShape">
              <a:avLst/>
            </a:prstTxWarp>
          </a:bodyPr>
          <a:lstStyle>
            <a:lvl1pPr marL="0" indent="0" algn="l" defTabSz="647700" rtl="0" eaLnBrk="0" fontAlgn="base" hangingPunct="0">
              <a:lnSpc>
                <a:spcPct val="100000"/>
              </a:lnSpc>
              <a:spcBef>
                <a:spcPct val="25000"/>
              </a:spcBef>
              <a:spcAft>
                <a:spcPct val="0"/>
              </a:spcAft>
              <a:buClr>
                <a:srgbClr val="f37121"/>
              </a:buClr>
              <a:buFont typeface="Wingdings"/>
              <a:buNone/>
              <a:defRPr sz="1600" b="1">
                <a:solidFill>
                  <a:schemeClr val="bg1"/>
                </a:solidFill>
                <a:latin typeface="+mn-lt"/>
                <a:ea typeface="+mn-ea"/>
                <a:cs typeface="+mn-cs"/>
              </a:defRPr>
            </a:lvl1pPr>
            <a:lvl2pPr marL="444500" indent="-180975" algn="l" defTabSz="647700" rtl="0" eaLnBrk="0" fontAlgn="base" hangingPunct="0">
              <a:lnSpc>
                <a:spcPct val="105000"/>
              </a:lnSpc>
              <a:spcBef>
                <a:spcPct val="5000"/>
              </a:spcBef>
              <a:spcAft>
                <a:spcPct val="0"/>
              </a:spcAft>
              <a:buClr>
                <a:srgbClr val="f37121"/>
              </a:buClr>
              <a:buFont typeface="Arial Unicode MS"/>
              <a:buChar char="–"/>
              <a:defRPr sz="1400">
                <a:solidFill>
                  <a:srgbClr val="000000"/>
                </a:solidFill>
                <a:latin typeface="+mn-lt"/>
              </a:defRPr>
            </a:lvl2pPr>
            <a:lvl3pPr marL="628650" indent="-182563" algn="l" defTabSz="647700" rtl="0" eaLnBrk="0" fontAlgn="base" hangingPunct="0">
              <a:lnSpc>
                <a:spcPct val="108000"/>
              </a:lnSpc>
              <a:spcBef>
                <a:spcPct val="8000"/>
              </a:spcBef>
              <a:spcAft>
                <a:spcPct val="0"/>
              </a:spcAft>
              <a:buClr>
                <a:srgbClr val="f37121"/>
              </a:buClr>
              <a:buFont typeface="Wingdings"/>
              <a:buChar char="§"/>
              <a:defRPr sz="1400">
                <a:solidFill>
                  <a:srgbClr val="000000"/>
                </a:solidFill>
                <a:latin typeface="+mn-lt"/>
              </a:defRPr>
            </a:lvl3pPr>
            <a:lvl4pPr marL="811213" indent="-180975" algn="l" defTabSz="647700" rtl="0" eaLnBrk="0" fontAlgn="base" hangingPunct="0">
              <a:lnSpc>
                <a:spcPct val="108000"/>
              </a:lnSpc>
              <a:spcBef>
                <a:spcPct val="8000"/>
              </a:spcBef>
              <a:spcAft>
                <a:spcPct val="0"/>
              </a:spcAft>
              <a:buClr>
                <a:srgbClr val="f37121"/>
              </a:buClr>
              <a:buFont typeface="Arial"/>
              <a:buChar char="-"/>
              <a:defRPr sz="1400">
                <a:solidFill>
                  <a:srgbClr val="000000"/>
                </a:solidFill>
                <a:latin typeface="+mn-lt"/>
              </a:defRPr>
            </a:lvl4pPr>
            <a:lvl5pPr marL="993775" indent="-180975" algn="l" defTabSz="647700" rtl="0" eaLnBrk="0" fontAlgn="base" hangingPunct="0">
              <a:lnSpc>
                <a:spcPct val="108000"/>
              </a:lnSpc>
              <a:spcBef>
                <a:spcPct val="8000"/>
              </a:spcBef>
              <a:spcAft>
                <a:spcPct val="0"/>
              </a:spcAft>
              <a:buClr>
                <a:srgbClr val="f37121"/>
              </a:buClr>
              <a:buFont typeface="Wingdings"/>
              <a:buChar char="§"/>
              <a:defRPr sz="1400">
                <a:solidFill>
                  <a:srgbClr val="000000"/>
                </a:solidFill>
                <a:latin typeface="+mn-lt"/>
              </a:defRPr>
            </a:lvl5pPr>
            <a:lvl6pPr marL="1450975" indent="-180975" algn="l" defTabSz="647700" rtl="0" fontAlgn="base">
              <a:lnSpc>
                <a:spcPct val="108000"/>
              </a:lnSpc>
              <a:spcBef>
                <a:spcPct val="8000"/>
              </a:spcBef>
              <a:spcAft>
                <a:spcPct val="0"/>
              </a:spcAft>
              <a:buClr>
                <a:srgbClr val="f37121"/>
              </a:buClr>
              <a:buFont typeface="Wingdings"/>
              <a:buChar char="§"/>
              <a:defRPr sz="1400">
                <a:solidFill>
                  <a:srgbClr val="000000"/>
                </a:solidFill>
                <a:latin typeface="+mn-lt"/>
              </a:defRPr>
            </a:lvl6pPr>
            <a:lvl7pPr marL="1908175" indent="-180975" algn="l" defTabSz="647700" rtl="0" fontAlgn="base">
              <a:lnSpc>
                <a:spcPct val="108000"/>
              </a:lnSpc>
              <a:spcBef>
                <a:spcPct val="8000"/>
              </a:spcBef>
              <a:spcAft>
                <a:spcPct val="0"/>
              </a:spcAft>
              <a:buClr>
                <a:srgbClr val="f37121"/>
              </a:buClr>
              <a:buFont typeface="Wingdings"/>
              <a:buChar char="§"/>
              <a:defRPr sz="1400">
                <a:solidFill>
                  <a:srgbClr val="000000"/>
                </a:solidFill>
                <a:latin typeface="+mn-lt"/>
              </a:defRPr>
            </a:lvl7pPr>
            <a:lvl8pPr marL="2365375" indent="-180975" algn="l" defTabSz="647700" rtl="0" fontAlgn="base">
              <a:lnSpc>
                <a:spcPct val="108000"/>
              </a:lnSpc>
              <a:spcBef>
                <a:spcPct val="8000"/>
              </a:spcBef>
              <a:spcAft>
                <a:spcPct val="0"/>
              </a:spcAft>
              <a:buClr>
                <a:srgbClr val="f37121"/>
              </a:buClr>
              <a:buFont typeface="Wingdings"/>
              <a:buChar char="§"/>
              <a:defRPr sz="1400">
                <a:solidFill>
                  <a:srgbClr val="000000"/>
                </a:solidFill>
                <a:latin typeface="+mn-lt"/>
              </a:defRPr>
            </a:lvl8pPr>
            <a:lvl9pPr marL="2822575" indent="-180975" algn="l" defTabSz="647700" rtl="0" fontAlgn="base">
              <a:lnSpc>
                <a:spcPct val="108000"/>
              </a:lnSpc>
              <a:spcBef>
                <a:spcPct val="8000"/>
              </a:spcBef>
              <a:spcAft>
                <a:spcPct val="0"/>
              </a:spcAft>
              <a:buClr>
                <a:srgbClr val="f37121"/>
              </a:buClr>
              <a:buFont typeface="Wingdings"/>
              <a:buChar char="§"/>
              <a:defRPr sz="1400">
                <a:solidFill>
                  <a:srgbClr val="000000"/>
                </a:solidFill>
                <a:latin typeface="+mn-lt"/>
              </a:defRPr>
            </a:lvl9pPr>
          </a:lstStyle>
          <a:p>
            <a:pPr algn="ctr" eaLnBrk="1" hangingPunct="1">
              <a:defRPr/>
            </a:pPr>
            <a:r>
              <a:rPr lang="ko-KR" altLang="en-US" b="0">
                <a:solidFill>
                  <a:srgbClr val="002060"/>
                </a:solidFill>
                <a:latin typeface="맑은 고딕"/>
                <a:ea typeface="맑은 고딕"/>
              </a:rPr>
              <a:t>남기현</a:t>
            </a:r>
            <a:endParaRPr lang="ko-KR" altLang="en-US" b="0">
              <a:solidFill>
                <a:srgbClr val="002060"/>
              </a:solidFill>
              <a:latin typeface="맑은 고딕"/>
              <a:ea typeface="맑은 고딕"/>
            </a:endParaRPr>
          </a:p>
          <a:p>
            <a:pPr algn="ctr" eaLnBrk="1" hangingPunct="1">
              <a:defRPr/>
            </a:pPr>
            <a:r>
              <a:rPr lang="en-US" altLang="ko-KR" b="0">
                <a:solidFill>
                  <a:srgbClr val="002060"/>
                </a:solidFill>
                <a:latin typeface="맑은 고딕"/>
                <a:ea typeface="맑은 고딕"/>
              </a:rPr>
              <a:t>khnam@cbnu.ac.kr</a:t>
            </a:r>
            <a:endParaRPr lang="en-US" altLang="ko-KR" b="0">
              <a:solidFill>
                <a:srgbClr val="002060"/>
              </a:solidFill>
              <a:latin typeface="맑은 고딕"/>
              <a:ea typeface="맑은 고딕"/>
            </a:endParaRPr>
          </a:p>
          <a:p>
            <a:pPr algn="ctr" eaLnBrk="1" hangingPunct="1">
              <a:defRPr/>
            </a:pPr>
            <a:r>
              <a:rPr lang="ko-KR" altLang="en-US" b="0">
                <a:solidFill>
                  <a:srgbClr val="002060"/>
                </a:solidFill>
                <a:latin typeface="맑은 고딕"/>
                <a:ea typeface="맑은 고딕"/>
              </a:rPr>
              <a:t>충</a:t>
            </a:r>
            <a:r>
              <a:rPr lang="ko-KR" altLang="en-US" b="0">
                <a:solidFill>
                  <a:srgbClr val="002060"/>
                </a:solidFill>
                <a:latin typeface="맑은 고딕"/>
              </a:rPr>
              <a:t>북대학교 산업인공지능학과</a:t>
            </a:r>
            <a:endParaRPr lang="ko-KR" altLang="en-US" b="0">
              <a:solidFill>
                <a:srgbClr val="002060"/>
              </a:solidFill>
              <a:latin typeface="맑은 고딕"/>
            </a:endParaRPr>
          </a:p>
          <a:p>
            <a:pPr algn="ctr" eaLnBrk="1" hangingPunct="1">
              <a:defRPr/>
            </a:pPr>
            <a:endParaRPr lang="en-GB" altLang="ko-KR" b="0">
              <a:solidFill>
                <a:srgbClr val="002060"/>
              </a:solidFill>
              <a:latin typeface="맑은 고딕"/>
              <a:ea typeface="맑은 고딕"/>
            </a:endParaRPr>
          </a:p>
        </p:txBody>
      </p:sp>
      <p:sp>
        <p:nvSpPr>
          <p:cNvPr id="2" name="TextBox 1"/>
          <p:cNvSpPr txBox="1"/>
          <p:nvPr/>
        </p:nvSpPr>
        <p:spPr>
          <a:xfrm>
            <a:off x="656956" y="3068996"/>
            <a:ext cx="8145091" cy="843874"/>
          </a:xfrm>
          <a:prstGeom prst="rect">
            <a:avLst/>
          </a:prstGeom>
          <a:noFill/>
        </p:spPr>
        <p:txBody>
          <a:bodyPr wrap="square">
            <a:spAutoFit/>
          </a:bodyPr>
          <a:lstStyle/>
          <a:p>
            <a:pPr marL="0" indent="0" algn="ctr">
              <a:lnSpc>
                <a:spcPct val="130000"/>
              </a:lnSpc>
              <a:buNone/>
              <a:defRPr/>
            </a:pPr>
            <a:r>
              <a:rPr lang="en-US" altLang="ko-KR" sz="1900" b="1">
                <a:solidFill>
                  <a:schemeClr val="bg1">
                    <a:lumMod val="50000"/>
                  </a:schemeClr>
                </a:solidFill>
                <a:latin typeface="맑은 고딕"/>
                <a:ea typeface="맑은 고딕"/>
                <a:cs typeface="+mj-cs"/>
              </a:rPr>
              <a:t>&lt;</a:t>
            </a:r>
            <a:r>
              <a:rPr lang="en-US" sz="1900" b="1">
                <a:solidFill>
                  <a:srgbClr val="1b3a6b"/>
                </a:solidFill>
                <a:latin typeface="맑은 고딕"/>
                <a:ea typeface="맑은 고딕"/>
                <a:cs typeface="맑은 고딕"/>
              </a:rPr>
              <a:t>반도체 웨이퍼 불량 문서 검색을 위한</a:t>
            </a:r>
            <a:endParaRPr lang="en-US" sz="1900" b="1">
              <a:solidFill>
                <a:srgbClr val="1b3a6b"/>
              </a:solidFill>
              <a:latin typeface="맑은 고딕"/>
              <a:ea typeface="맑은 고딕"/>
              <a:cs typeface="맑은 고딕"/>
            </a:endParaRPr>
          </a:p>
          <a:p>
            <a:pPr marL="0" indent="0" algn="ctr">
              <a:lnSpc>
                <a:spcPct val="130000"/>
              </a:lnSpc>
              <a:buNone/>
              <a:defRPr/>
            </a:pPr>
            <a:r>
              <a:rPr lang="en-US" sz="1900" b="1">
                <a:solidFill>
                  <a:srgbClr val="1b3a6b"/>
                </a:solidFill>
                <a:latin typeface="맑은 고딕"/>
                <a:ea typeface="맑은 고딕"/>
                <a:cs typeface="맑은 고딕"/>
              </a:rPr>
              <a:t>계층적 트리플렛 손실 기반 도메인 특화 SBERT 파인튜닝 연구</a:t>
            </a:r>
            <a:r>
              <a:rPr lang="en-US" altLang="ko-KR" sz="1900" b="1">
                <a:solidFill>
                  <a:schemeClr val="bg1">
                    <a:lumMod val="50000"/>
                  </a:schemeClr>
                </a:solidFill>
                <a:latin typeface="맑은 고딕"/>
                <a:ea typeface="맑은 고딕"/>
                <a:cs typeface="+mj-cs"/>
              </a:rPr>
              <a:t>&gt;</a:t>
            </a:r>
            <a:endParaRPr lang="en-US" altLang="ko-KR" sz="1900" b="1">
              <a:solidFill>
                <a:schemeClr val="bg1">
                  <a:lumMod val="50000"/>
                </a:schemeClr>
              </a:solidFill>
              <a:latin typeface="맑은 고딕"/>
              <a:ea typeface="맑은 고딕"/>
              <a:cs typeface="+mj-cs"/>
            </a:endParaRPr>
          </a:p>
        </p:txBody>
      </p:sp>
      <p:sp>
        <p:nvSpPr>
          <p:cNvPr id="5" name="사각형: 둥근 모서리 4"/>
          <p:cNvSpPr/>
          <p:nvPr/>
        </p:nvSpPr>
        <p:spPr>
          <a:xfrm>
            <a:off x="115260" y="102298"/>
            <a:ext cx="2678427" cy="270003"/>
          </a:xfrm>
          <a:prstGeom prst="roundRect">
            <a:avLst>
              <a:gd name="adj" fmla="val 50000"/>
            </a:avLst>
          </a:prstGeom>
          <a:solidFill>
            <a:srgbClr val="002060"/>
          </a:solidFill>
          <a:ln w="9525" cap="flat" cmpd="sng" algn="ctr">
            <a:solidFill>
              <a:schemeClr val="tx1"/>
            </a:solidFill>
            <a:prstDash val="solid"/>
            <a:round/>
            <a:headEnd w="med" len="med"/>
            <a:tailEnd w="med" len="med"/>
          </a:ln>
          <a:effectLst/>
        </p:spPr>
        <p:txBody>
          <a:bodyPr vert="horz" wrap="none" lIns="91440" tIns="45720" rIns="91440" bIns="45720" anchor="ctr" anchorCtr="0">
            <a:prstTxWarp prst="textNoShape">
              <a:avLst/>
            </a:prstTxWarp>
          </a:bodyPr>
          <a:lstStyle/>
          <a:p>
            <a:pPr marL="0" marR="0" indent="0" algn="ctr" defTabSz="914400" rtl="0" eaLnBrk="1" latinLnBrk="0" hangingPunct="1">
              <a:lnSpc>
                <a:spcPct val="100000"/>
              </a:lnSpc>
              <a:spcBef>
                <a:spcPct val="0"/>
              </a:spcBef>
              <a:spcAft>
                <a:spcPct val="0"/>
              </a:spcAft>
              <a:buClrTx/>
              <a:buFontTx/>
              <a:buNone/>
              <a:defRPr/>
            </a:pPr>
            <a:r>
              <a:rPr kumimoji="0" lang="ko-KR" altLang="en-US" sz="1200" b="1" i="0" u="none" strike="noStrike" cap="none" normalizeH="0" baseline="0">
                <a:solidFill>
                  <a:schemeClr val="bg1"/>
                </a:solidFill>
                <a:effectLst/>
                <a:latin typeface="+mn-ea"/>
              </a:rPr>
              <a:t>지능화캡스톤프로젝트 </a:t>
            </a:r>
            <a:r>
              <a:rPr kumimoji="0" lang="en-US" altLang="ko-KR" sz="1200" b="1" i="0" u="none" strike="noStrike" cap="none" normalizeH="0" baseline="0">
                <a:solidFill>
                  <a:schemeClr val="bg1"/>
                </a:solidFill>
                <a:effectLst/>
                <a:latin typeface="+mn-ea"/>
              </a:rPr>
              <a:t>#</a:t>
            </a:r>
            <a:r>
              <a:rPr lang="en-US" altLang="ko-KR" sz="1200" b="1">
                <a:solidFill>
                  <a:schemeClr val="bg1"/>
                </a:solidFill>
                <a:latin typeface="+mn-ea"/>
              </a:rPr>
              <a:t>2 </a:t>
            </a:r>
            <a:r>
              <a:rPr kumimoji="0" lang="ko-KR" altLang="en-US" sz="1200" b="1" i="0" u="none" strike="noStrike" cap="none" normalizeH="0" baseline="0">
                <a:solidFill>
                  <a:schemeClr val="bg1"/>
                </a:solidFill>
                <a:effectLst/>
                <a:latin typeface="+mn-ea"/>
              </a:rPr>
              <a:t>발표평가</a:t>
            </a:r>
            <a:endParaRPr kumimoji="0" lang="ko-KR" altLang="en-US" sz="1200" b="1" i="0" u="none" strike="noStrike" cap="none" normalizeH="0" baseline="0">
              <a:solidFill>
                <a:schemeClr val="bg1"/>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70E02-3417-9313-EC23-20CF483FF3D6}"/>
            </a:ext>
          </a:extLst>
        </p:cNvPr>
        <p:cNvGrpSpPr/>
        <p:nvPr/>
      </p:nvGrpSpPr>
      <p:grpSpPr>
        <a:xfrm>
          <a:off x="0" y="0"/>
          <a:ext cx="0" cy="0"/>
          <a:chOff x="0" y="0"/>
          <a:chExt cx="0" cy="0"/>
        </a:xfrm>
      </p:grpSpPr>
      <p:sp>
        <p:nvSpPr>
          <p:cNvPr id="12" name="사각형: 둥근 모서리 11">
            <a:extLst>
              <a:ext uri="{FF2B5EF4-FFF2-40B4-BE49-F238E27FC236}">
                <a16:creationId xmlns:a16="http://schemas.microsoft.com/office/drawing/2014/main" id="{47E1CE6F-76AD-000F-FC26-1ED75C8B7A1E}"/>
              </a:ext>
            </a:extLst>
          </p:cNvPr>
          <p:cNvSpPr/>
          <p:nvPr/>
        </p:nvSpPr>
        <p:spPr bwMode="auto">
          <a:xfrm>
            <a:off x="1007441" y="1583763"/>
            <a:ext cx="7312657" cy="713515"/>
          </a:xfrm>
          <a:prstGeom prst="roundRect">
            <a:avLst>
              <a:gd name="adj" fmla="val 46219"/>
            </a:avLst>
          </a:prstGeom>
          <a:solidFill>
            <a:srgbClr val="E8E8E8"/>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rgbClr val="00C0C0"/>
              </a:solidFill>
              <a:effectLst/>
              <a:latin typeface="Arial" charset="0"/>
            </a:endParaRPr>
          </a:p>
        </p:txBody>
      </p:sp>
      <p:grpSp>
        <p:nvGrpSpPr>
          <p:cNvPr id="11" name="그룹 10">
            <a:extLst>
              <a:ext uri="{FF2B5EF4-FFF2-40B4-BE49-F238E27FC236}">
                <a16:creationId xmlns:a16="http://schemas.microsoft.com/office/drawing/2014/main" id="{844DB7F6-FF4D-9D0C-9F40-0FE318A46B04}"/>
              </a:ext>
            </a:extLst>
          </p:cNvPr>
          <p:cNvGrpSpPr/>
          <p:nvPr/>
        </p:nvGrpSpPr>
        <p:grpSpPr>
          <a:xfrm>
            <a:off x="684584" y="1494115"/>
            <a:ext cx="892810" cy="892810"/>
            <a:chOff x="611956" y="1268976"/>
            <a:chExt cx="772344" cy="772344"/>
          </a:xfrm>
        </p:grpSpPr>
        <p:sp>
          <p:nvSpPr>
            <p:cNvPr id="8" name="타원 7">
              <a:extLst>
                <a:ext uri="{FF2B5EF4-FFF2-40B4-BE49-F238E27FC236}">
                  <a16:creationId xmlns:a16="http://schemas.microsoft.com/office/drawing/2014/main" id="{743373F4-2E7B-8903-8CE2-0B4727255424}"/>
                </a:ext>
              </a:extLst>
            </p:cNvPr>
            <p:cNvSpPr/>
            <p:nvPr/>
          </p:nvSpPr>
          <p:spPr bwMode="auto">
            <a:xfrm>
              <a:off x="611956" y="1268976"/>
              <a:ext cx="772344" cy="772344"/>
            </a:xfrm>
            <a:prstGeom prst="ellipse">
              <a:avLst/>
            </a:prstGeom>
            <a:solidFill>
              <a:schemeClr val="bg1"/>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2800" b="1" i="0" u="none" strike="noStrike" cap="none" normalizeH="0" baseline="0" dirty="0">
                  <a:ln>
                    <a:noFill/>
                  </a:ln>
                  <a:solidFill>
                    <a:srgbClr val="12275E"/>
                  </a:solidFill>
                  <a:effectLst/>
                  <a:latin typeface="Times New Roman" panose="02020603050405020304" pitchFamily="18" charset="0"/>
                  <a:cs typeface="Times New Roman" panose="02020603050405020304" pitchFamily="18" charset="0"/>
                </a:rPr>
                <a:t>I</a:t>
              </a:r>
              <a:endParaRPr kumimoji="0" lang="ko-KR" altLang="en-US" sz="2800" b="1" i="0" u="none" strike="noStrike" cap="none" normalizeH="0" baseline="0" dirty="0">
                <a:ln>
                  <a:noFill/>
                </a:ln>
                <a:solidFill>
                  <a:srgbClr val="12275E"/>
                </a:solidFill>
                <a:effectLst/>
                <a:latin typeface="Times New Roman" panose="02020603050405020304" pitchFamily="18" charset="0"/>
                <a:cs typeface="Times New Roman" panose="02020603050405020304" pitchFamily="18" charset="0"/>
              </a:endParaRPr>
            </a:p>
          </p:txBody>
        </p:sp>
        <p:sp>
          <p:nvSpPr>
            <p:cNvPr id="10" name="원형: 비어 있음 9">
              <a:extLst>
                <a:ext uri="{FF2B5EF4-FFF2-40B4-BE49-F238E27FC236}">
                  <a16:creationId xmlns:a16="http://schemas.microsoft.com/office/drawing/2014/main" id="{2C433100-51C9-040F-E15D-ECEE4E91FD4B}"/>
                </a:ext>
              </a:extLst>
            </p:cNvPr>
            <p:cNvSpPr/>
            <p:nvPr/>
          </p:nvSpPr>
          <p:spPr bwMode="auto">
            <a:xfrm>
              <a:off x="641596" y="1298616"/>
              <a:ext cx="713064" cy="713064"/>
            </a:xfrm>
            <a:prstGeom prst="donut">
              <a:avLst>
                <a:gd name="adj" fmla="val 15399"/>
              </a:avLst>
            </a:prstGeom>
            <a:solidFill>
              <a:srgbClr val="12275E"/>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ko-KR" altLang="en-US" sz="1400" b="0" i="0" u="none" strike="noStrike" cap="none" normalizeH="0" baseline="0" dirty="0">
                <a:ln>
                  <a:noFill/>
                </a:ln>
                <a:solidFill>
                  <a:srgbClr val="00C0C0"/>
                </a:solidFill>
                <a:effectLst/>
                <a:latin typeface="Arial" charset="0"/>
              </a:endParaRPr>
            </a:p>
          </p:txBody>
        </p:sp>
      </p:grpSp>
      <p:sp>
        <p:nvSpPr>
          <p:cNvPr id="14" name="TextBox 13">
            <a:extLst>
              <a:ext uri="{FF2B5EF4-FFF2-40B4-BE49-F238E27FC236}">
                <a16:creationId xmlns:a16="http://schemas.microsoft.com/office/drawing/2014/main" id="{163AB9A9-9021-5A6F-0EA2-F269AB9BFEEB}"/>
              </a:ext>
            </a:extLst>
          </p:cNvPr>
          <p:cNvSpPr txBox="1"/>
          <p:nvPr/>
        </p:nvSpPr>
        <p:spPr>
          <a:xfrm>
            <a:off x="1016960" y="858239"/>
            <a:ext cx="7110079" cy="590739"/>
          </a:xfrm>
          <a:prstGeom prst="rect">
            <a:avLst/>
          </a:prstGeom>
          <a:noFill/>
        </p:spPr>
        <p:txBody>
          <a:bodyPr wrap="square">
            <a:spAutoFit/>
          </a:bodyPr>
          <a:lstStyle/>
          <a:p>
            <a:pPr marL="38100" marR="0" indent="0" algn="ctr" fontAlgn="base" latinLnBrk="1">
              <a:lnSpc>
                <a:spcPct val="130000"/>
              </a:lnSpc>
              <a:spcBef>
                <a:spcPts val="0"/>
              </a:spcBef>
              <a:spcAft>
                <a:spcPts val="0"/>
              </a:spcAft>
            </a:pPr>
            <a:r>
              <a:rPr lang="en-US" altLang="ko-KR" sz="2800" b="1" dirty="0">
                <a:solidFill>
                  <a:schemeClr val="tx1">
                    <a:lumMod val="65000"/>
                    <a:lumOff val="35000"/>
                  </a:schemeClr>
                </a:solidFill>
                <a:latin typeface="맑은 고딕" panose="020B0503020000020004" pitchFamily="50" charset="-127"/>
                <a:ea typeface="맑은 고딕" panose="020B0503020000020004" pitchFamily="50" charset="-127"/>
                <a:cs typeface="+mj-cs"/>
              </a:rPr>
              <a:t>CONTENTS</a:t>
            </a:r>
          </a:p>
        </p:txBody>
      </p:sp>
      <p:sp>
        <p:nvSpPr>
          <p:cNvPr id="86" name="TextBox 85">
            <a:extLst>
              <a:ext uri="{FF2B5EF4-FFF2-40B4-BE49-F238E27FC236}">
                <a16:creationId xmlns:a16="http://schemas.microsoft.com/office/drawing/2014/main" id="{B3185146-9791-486D-69D7-EF78025638B0}"/>
              </a:ext>
            </a:extLst>
          </p:cNvPr>
          <p:cNvSpPr txBox="1"/>
          <p:nvPr/>
        </p:nvSpPr>
        <p:spPr>
          <a:xfrm>
            <a:off x="1891949" y="1597641"/>
            <a:ext cx="2082621" cy="400110"/>
          </a:xfrm>
          <a:prstGeom prst="rect">
            <a:avLst/>
          </a:prstGeom>
          <a:noFill/>
        </p:spPr>
        <p:txBody>
          <a:bodyPr wrap="none" rtlCol="0">
            <a:spAutoFit/>
          </a:bodyPr>
          <a:lstStyle/>
          <a:p>
            <a:pPr algn="l"/>
            <a:r>
              <a:rPr lang="ko-KR" altLang="en-US" sz="2000" b="1" dirty="0">
                <a:solidFill>
                  <a:srgbClr val="12275E"/>
                </a:solidFill>
                <a:latin typeface="나눔고딕 ExtraBold" panose="020D0904000000000000" pitchFamily="50" charset="-127"/>
                <a:ea typeface="나눔고딕 ExtraBold" panose="020D0904000000000000" pitchFamily="50" charset="-127"/>
              </a:rPr>
              <a:t>프로젝트 </a:t>
            </a:r>
            <a:r>
              <a:rPr lang="en-US" altLang="ko-KR" sz="2000" b="1" dirty="0">
                <a:solidFill>
                  <a:srgbClr val="12275E"/>
                </a:solidFill>
                <a:latin typeface="나눔고딕 ExtraBold" panose="020D0904000000000000" pitchFamily="50" charset="-127"/>
                <a:ea typeface="나눔고딕 ExtraBold" panose="020D0904000000000000" pitchFamily="50" charset="-127"/>
              </a:rPr>
              <a:t>#2 </a:t>
            </a:r>
            <a:r>
              <a:rPr lang="ko-KR" altLang="en-US" sz="2000" b="1" dirty="0">
                <a:solidFill>
                  <a:srgbClr val="12275E"/>
                </a:solidFill>
                <a:latin typeface="나눔고딕 ExtraBold" panose="020D0904000000000000" pitchFamily="50" charset="-127"/>
                <a:ea typeface="나눔고딕 ExtraBold" panose="020D0904000000000000" pitchFamily="50" charset="-127"/>
              </a:rPr>
              <a:t>개요</a:t>
            </a:r>
          </a:p>
        </p:txBody>
      </p:sp>
      <p:sp>
        <p:nvSpPr>
          <p:cNvPr id="88" name="TextBox 87">
            <a:extLst>
              <a:ext uri="{FF2B5EF4-FFF2-40B4-BE49-F238E27FC236}">
                <a16:creationId xmlns:a16="http://schemas.microsoft.com/office/drawing/2014/main" id="{DDB39E71-0A0A-BC03-2274-739250D53486}"/>
              </a:ext>
            </a:extLst>
          </p:cNvPr>
          <p:cNvSpPr txBox="1"/>
          <p:nvPr/>
        </p:nvSpPr>
        <p:spPr>
          <a:xfrm>
            <a:off x="1911844" y="1978237"/>
            <a:ext cx="1324402" cy="307777"/>
          </a:xfrm>
          <a:prstGeom prst="rect">
            <a:avLst/>
          </a:prstGeom>
          <a:noFill/>
        </p:spPr>
        <p:txBody>
          <a:bodyPr wrap="none" rtlCol="0">
            <a:spAutoFit/>
          </a:bodyPr>
          <a:lstStyle/>
          <a:p>
            <a:pPr algn="l"/>
            <a:r>
              <a:rPr lang="ko-KR" altLang="en-US" sz="1400" b="1" dirty="0">
                <a:solidFill>
                  <a:schemeClr val="tx1">
                    <a:lumMod val="65000"/>
                    <a:lumOff val="35000"/>
                  </a:schemeClr>
                </a:solidFill>
                <a:latin typeface="+mn-ea"/>
              </a:rPr>
              <a:t>프로젝트</a:t>
            </a:r>
            <a:r>
              <a:rPr lang="en-US" altLang="ko-KR" sz="1400" b="1" dirty="0">
                <a:solidFill>
                  <a:schemeClr val="tx1">
                    <a:lumMod val="65000"/>
                    <a:lumOff val="35000"/>
                  </a:schemeClr>
                </a:solidFill>
                <a:latin typeface="+mn-ea"/>
              </a:rPr>
              <a:t> </a:t>
            </a:r>
            <a:r>
              <a:rPr lang="ko-KR" altLang="en-US" sz="1400" b="1" dirty="0">
                <a:solidFill>
                  <a:schemeClr val="tx1">
                    <a:lumMod val="65000"/>
                    <a:lumOff val="35000"/>
                  </a:schemeClr>
                </a:solidFill>
                <a:latin typeface="+mn-ea"/>
              </a:rPr>
              <a:t>개요</a:t>
            </a:r>
          </a:p>
        </p:txBody>
      </p:sp>
      <p:sp>
        <p:nvSpPr>
          <p:cNvPr id="97" name="제목 96">
            <a:extLst>
              <a:ext uri="{FF2B5EF4-FFF2-40B4-BE49-F238E27FC236}">
                <a16:creationId xmlns:a16="http://schemas.microsoft.com/office/drawing/2014/main" id="{6449DDCE-00F9-EE78-73DB-E3DB540E5CA6}"/>
              </a:ext>
            </a:extLst>
          </p:cNvPr>
          <p:cNvSpPr>
            <a:spLocks noGrp="1"/>
          </p:cNvSpPr>
          <p:nvPr>
            <p:ph type="title"/>
          </p:nvPr>
        </p:nvSpPr>
        <p:spPr/>
        <p:txBody>
          <a:bodyPr/>
          <a:lstStyle/>
          <a:p>
            <a:r>
              <a:rPr lang="ko-KR" altLang="en-US" dirty="0"/>
              <a:t>목차</a:t>
            </a:r>
          </a:p>
        </p:txBody>
      </p:sp>
      <p:sp>
        <p:nvSpPr>
          <p:cNvPr id="2" name="사각형: 둥근 모서리 1">
            <a:extLst>
              <a:ext uri="{FF2B5EF4-FFF2-40B4-BE49-F238E27FC236}">
                <a16:creationId xmlns:a16="http://schemas.microsoft.com/office/drawing/2014/main" id="{1F93FE2C-DA74-2AA9-0B81-0D5A5D9C12A6}"/>
              </a:ext>
            </a:extLst>
          </p:cNvPr>
          <p:cNvSpPr/>
          <p:nvPr/>
        </p:nvSpPr>
        <p:spPr bwMode="auto">
          <a:xfrm>
            <a:off x="1007441" y="2513122"/>
            <a:ext cx="7312657" cy="713515"/>
          </a:xfrm>
          <a:prstGeom prst="roundRect">
            <a:avLst>
              <a:gd name="adj" fmla="val 46219"/>
            </a:avLst>
          </a:prstGeom>
          <a:solidFill>
            <a:srgbClr val="E8E8E8"/>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rgbClr val="00C0C0"/>
              </a:solidFill>
              <a:effectLst/>
              <a:latin typeface="Arial" charset="0"/>
            </a:endParaRPr>
          </a:p>
        </p:txBody>
      </p:sp>
      <p:grpSp>
        <p:nvGrpSpPr>
          <p:cNvPr id="3" name="그룹 2">
            <a:extLst>
              <a:ext uri="{FF2B5EF4-FFF2-40B4-BE49-F238E27FC236}">
                <a16:creationId xmlns:a16="http://schemas.microsoft.com/office/drawing/2014/main" id="{C2ADC6E4-4338-D744-F65B-329AA8BDF69B}"/>
              </a:ext>
            </a:extLst>
          </p:cNvPr>
          <p:cNvGrpSpPr/>
          <p:nvPr/>
        </p:nvGrpSpPr>
        <p:grpSpPr>
          <a:xfrm>
            <a:off x="684584" y="2423474"/>
            <a:ext cx="892810" cy="892810"/>
            <a:chOff x="611956" y="1268976"/>
            <a:chExt cx="772344" cy="772344"/>
          </a:xfrm>
        </p:grpSpPr>
        <p:sp>
          <p:nvSpPr>
            <p:cNvPr id="4" name="타원 3">
              <a:extLst>
                <a:ext uri="{FF2B5EF4-FFF2-40B4-BE49-F238E27FC236}">
                  <a16:creationId xmlns:a16="http://schemas.microsoft.com/office/drawing/2014/main" id="{F6B51E49-2B01-4A42-D67E-B2F6F95D0DD5}"/>
                </a:ext>
              </a:extLst>
            </p:cNvPr>
            <p:cNvSpPr/>
            <p:nvPr/>
          </p:nvSpPr>
          <p:spPr bwMode="auto">
            <a:xfrm>
              <a:off x="611956" y="1268976"/>
              <a:ext cx="772344" cy="772344"/>
            </a:xfrm>
            <a:prstGeom prst="ellipse">
              <a:avLst/>
            </a:prstGeom>
            <a:solidFill>
              <a:schemeClr val="bg1"/>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2800" b="1" i="0" u="none" strike="noStrike" cap="none" normalizeH="0" baseline="0" dirty="0">
                  <a:ln>
                    <a:noFill/>
                  </a:ln>
                  <a:solidFill>
                    <a:srgbClr val="12275E"/>
                  </a:solidFill>
                  <a:effectLst/>
                  <a:latin typeface="Times New Roman" panose="02020603050405020304" pitchFamily="18" charset="0"/>
                  <a:cs typeface="Times New Roman" panose="02020603050405020304" pitchFamily="18" charset="0"/>
                </a:rPr>
                <a:t>II</a:t>
              </a:r>
              <a:endParaRPr kumimoji="0" lang="ko-KR" altLang="en-US" sz="2800" b="1" i="0" u="none" strike="noStrike" cap="none" normalizeH="0" baseline="0" dirty="0">
                <a:ln>
                  <a:noFill/>
                </a:ln>
                <a:solidFill>
                  <a:srgbClr val="12275E"/>
                </a:solidFill>
                <a:effectLst/>
                <a:latin typeface="Times New Roman" panose="02020603050405020304" pitchFamily="18" charset="0"/>
                <a:cs typeface="Times New Roman" panose="02020603050405020304" pitchFamily="18" charset="0"/>
              </a:endParaRPr>
            </a:p>
          </p:txBody>
        </p:sp>
        <p:sp>
          <p:nvSpPr>
            <p:cNvPr id="5" name="원형: 비어 있음 4">
              <a:extLst>
                <a:ext uri="{FF2B5EF4-FFF2-40B4-BE49-F238E27FC236}">
                  <a16:creationId xmlns:a16="http://schemas.microsoft.com/office/drawing/2014/main" id="{61F5A1B1-D133-A11E-F4CA-D1ECB93766F4}"/>
                </a:ext>
              </a:extLst>
            </p:cNvPr>
            <p:cNvSpPr/>
            <p:nvPr/>
          </p:nvSpPr>
          <p:spPr bwMode="auto">
            <a:xfrm>
              <a:off x="641596" y="1298616"/>
              <a:ext cx="713064" cy="713064"/>
            </a:xfrm>
            <a:prstGeom prst="donut">
              <a:avLst>
                <a:gd name="adj" fmla="val 15399"/>
              </a:avLst>
            </a:prstGeom>
            <a:solidFill>
              <a:srgbClr val="12275E"/>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ko-KR" altLang="en-US" sz="1400" b="0" i="0" u="none" strike="noStrike" cap="none" normalizeH="0" baseline="0" dirty="0">
                <a:ln>
                  <a:noFill/>
                </a:ln>
                <a:solidFill>
                  <a:srgbClr val="00C0C0"/>
                </a:solidFill>
                <a:effectLst/>
                <a:latin typeface="Arial" charset="0"/>
              </a:endParaRPr>
            </a:p>
          </p:txBody>
        </p:sp>
      </p:grpSp>
      <p:sp>
        <p:nvSpPr>
          <p:cNvPr id="6" name="사각형: 둥근 모서리 5">
            <a:extLst>
              <a:ext uri="{FF2B5EF4-FFF2-40B4-BE49-F238E27FC236}">
                <a16:creationId xmlns:a16="http://schemas.microsoft.com/office/drawing/2014/main" id="{E08BDFE7-A248-23BE-F854-63DBCA068A9B}"/>
              </a:ext>
            </a:extLst>
          </p:cNvPr>
          <p:cNvSpPr/>
          <p:nvPr/>
        </p:nvSpPr>
        <p:spPr bwMode="auto">
          <a:xfrm>
            <a:off x="1007441" y="3442481"/>
            <a:ext cx="7312657" cy="713515"/>
          </a:xfrm>
          <a:prstGeom prst="roundRect">
            <a:avLst>
              <a:gd name="adj" fmla="val 46219"/>
            </a:avLst>
          </a:prstGeom>
          <a:solidFill>
            <a:srgbClr val="E8E8E8"/>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rgbClr val="00C0C0"/>
              </a:solidFill>
              <a:effectLst/>
              <a:latin typeface="Arial" charset="0"/>
            </a:endParaRPr>
          </a:p>
        </p:txBody>
      </p:sp>
      <p:sp>
        <p:nvSpPr>
          <p:cNvPr id="7" name="타원 6">
            <a:extLst>
              <a:ext uri="{FF2B5EF4-FFF2-40B4-BE49-F238E27FC236}">
                <a16:creationId xmlns:a16="http://schemas.microsoft.com/office/drawing/2014/main" id="{A5B58988-5F62-FDCD-11A1-7E9E431827F4}"/>
              </a:ext>
            </a:extLst>
          </p:cNvPr>
          <p:cNvSpPr/>
          <p:nvPr/>
        </p:nvSpPr>
        <p:spPr bwMode="auto">
          <a:xfrm>
            <a:off x="684584" y="3352833"/>
            <a:ext cx="892810" cy="892810"/>
          </a:xfrm>
          <a:prstGeom prst="ellipse">
            <a:avLst/>
          </a:prstGeom>
          <a:solidFill>
            <a:schemeClr val="bg1"/>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2800" b="1" i="0" u="none" strike="noStrike" cap="none" normalizeH="0" baseline="0" dirty="0">
                <a:ln>
                  <a:noFill/>
                </a:ln>
                <a:solidFill>
                  <a:srgbClr val="12275E"/>
                </a:solidFill>
                <a:effectLst/>
                <a:latin typeface="Times New Roman" panose="02020603050405020304" pitchFamily="18" charset="0"/>
                <a:cs typeface="Times New Roman" panose="02020603050405020304" pitchFamily="18" charset="0"/>
              </a:rPr>
              <a:t>III</a:t>
            </a:r>
            <a:endParaRPr kumimoji="0" lang="ko-KR" altLang="en-US" sz="2800" b="1" i="0" u="none" strike="noStrike" cap="none" normalizeH="0" baseline="0" dirty="0">
              <a:ln>
                <a:noFill/>
              </a:ln>
              <a:solidFill>
                <a:srgbClr val="12275E"/>
              </a:solidFill>
              <a:effectLst/>
              <a:latin typeface="Times New Roman" panose="02020603050405020304" pitchFamily="18" charset="0"/>
              <a:cs typeface="Times New Roman" panose="02020603050405020304" pitchFamily="18" charset="0"/>
            </a:endParaRPr>
          </a:p>
        </p:txBody>
      </p:sp>
      <p:sp>
        <p:nvSpPr>
          <p:cNvPr id="9" name="원형: 비어 있음 8">
            <a:extLst>
              <a:ext uri="{FF2B5EF4-FFF2-40B4-BE49-F238E27FC236}">
                <a16:creationId xmlns:a16="http://schemas.microsoft.com/office/drawing/2014/main" id="{1FCBD62C-886C-5509-5BBA-B5DE30E52BEB}"/>
              </a:ext>
            </a:extLst>
          </p:cNvPr>
          <p:cNvSpPr/>
          <p:nvPr/>
        </p:nvSpPr>
        <p:spPr bwMode="auto">
          <a:xfrm>
            <a:off x="718847" y="3387096"/>
            <a:ext cx="824284" cy="824284"/>
          </a:xfrm>
          <a:prstGeom prst="donut">
            <a:avLst>
              <a:gd name="adj" fmla="val 15399"/>
            </a:avLst>
          </a:prstGeom>
          <a:solidFill>
            <a:srgbClr val="12275E"/>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ko-KR" altLang="en-US" sz="1400" b="0" i="0" u="none" strike="noStrike" cap="none" normalizeH="0" baseline="0" dirty="0">
              <a:ln>
                <a:noFill/>
              </a:ln>
              <a:solidFill>
                <a:srgbClr val="9A1F4E"/>
              </a:solidFill>
              <a:effectLst/>
              <a:latin typeface="Arial" charset="0"/>
            </a:endParaRPr>
          </a:p>
        </p:txBody>
      </p:sp>
      <p:sp>
        <p:nvSpPr>
          <p:cNvPr id="13" name="사각형: 둥근 모서리 12">
            <a:extLst>
              <a:ext uri="{FF2B5EF4-FFF2-40B4-BE49-F238E27FC236}">
                <a16:creationId xmlns:a16="http://schemas.microsoft.com/office/drawing/2014/main" id="{A514773D-AC32-F65A-75C1-0045B1BDE08E}"/>
              </a:ext>
            </a:extLst>
          </p:cNvPr>
          <p:cNvSpPr/>
          <p:nvPr/>
        </p:nvSpPr>
        <p:spPr bwMode="auto">
          <a:xfrm>
            <a:off x="1007441" y="4371840"/>
            <a:ext cx="7312657" cy="713515"/>
          </a:xfrm>
          <a:prstGeom prst="roundRect">
            <a:avLst>
              <a:gd name="adj" fmla="val 46219"/>
            </a:avLst>
          </a:prstGeom>
          <a:solidFill>
            <a:srgbClr val="E8E8E8"/>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rgbClr val="00C0C0"/>
              </a:solidFill>
              <a:effectLst/>
              <a:latin typeface="Arial" charset="0"/>
            </a:endParaRPr>
          </a:p>
        </p:txBody>
      </p:sp>
      <p:sp>
        <p:nvSpPr>
          <p:cNvPr id="15" name="타원 14">
            <a:extLst>
              <a:ext uri="{FF2B5EF4-FFF2-40B4-BE49-F238E27FC236}">
                <a16:creationId xmlns:a16="http://schemas.microsoft.com/office/drawing/2014/main" id="{B20EDCCF-EAF2-C91D-B441-58D027BF4921}"/>
              </a:ext>
            </a:extLst>
          </p:cNvPr>
          <p:cNvSpPr/>
          <p:nvPr/>
        </p:nvSpPr>
        <p:spPr bwMode="auto">
          <a:xfrm>
            <a:off x="684584" y="4282192"/>
            <a:ext cx="892810" cy="892810"/>
          </a:xfrm>
          <a:prstGeom prst="ellipse">
            <a:avLst/>
          </a:prstGeom>
          <a:solidFill>
            <a:schemeClr val="bg1"/>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2800" b="1" i="0" u="none" strike="noStrike" cap="none" normalizeH="0" baseline="0" dirty="0">
                <a:ln>
                  <a:noFill/>
                </a:ln>
                <a:solidFill>
                  <a:srgbClr val="12275E"/>
                </a:solidFill>
                <a:effectLst/>
                <a:latin typeface="Times New Roman" panose="02020603050405020304" pitchFamily="18" charset="0"/>
                <a:cs typeface="Times New Roman" panose="02020603050405020304" pitchFamily="18" charset="0"/>
              </a:rPr>
              <a:t>IV</a:t>
            </a:r>
            <a:endParaRPr kumimoji="0" lang="ko-KR" altLang="en-US" sz="2800" b="1" i="0" u="none" strike="noStrike" cap="none" normalizeH="0" baseline="0" dirty="0">
              <a:ln>
                <a:noFill/>
              </a:ln>
              <a:solidFill>
                <a:srgbClr val="12275E"/>
              </a:solidFill>
              <a:effectLst/>
              <a:latin typeface="Times New Roman" panose="02020603050405020304" pitchFamily="18" charset="0"/>
              <a:cs typeface="Times New Roman" panose="02020603050405020304" pitchFamily="18" charset="0"/>
            </a:endParaRPr>
          </a:p>
        </p:txBody>
      </p:sp>
      <p:sp>
        <p:nvSpPr>
          <p:cNvPr id="16" name="원형: 비어 있음 15">
            <a:extLst>
              <a:ext uri="{FF2B5EF4-FFF2-40B4-BE49-F238E27FC236}">
                <a16:creationId xmlns:a16="http://schemas.microsoft.com/office/drawing/2014/main" id="{90955028-BE94-B618-D838-B8B73387ECEC}"/>
              </a:ext>
            </a:extLst>
          </p:cNvPr>
          <p:cNvSpPr/>
          <p:nvPr/>
        </p:nvSpPr>
        <p:spPr bwMode="auto">
          <a:xfrm>
            <a:off x="718847" y="4316455"/>
            <a:ext cx="824284" cy="824284"/>
          </a:xfrm>
          <a:prstGeom prst="donut">
            <a:avLst>
              <a:gd name="adj" fmla="val 15399"/>
            </a:avLst>
          </a:prstGeom>
          <a:solidFill>
            <a:srgbClr val="12275E"/>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ko-KR" altLang="en-US" sz="1400" b="0" i="0" u="none" strike="noStrike" cap="none" normalizeH="0" baseline="0" dirty="0">
              <a:ln>
                <a:noFill/>
              </a:ln>
              <a:solidFill>
                <a:srgbClr val="9A1F4E"/>
              </a:solidFill>
              <a:effectLst/>
              <a:latin typeface="Arial" charset="0"/>
            </a:endParaRPr>
          </a:p>
        </p:txBody>
      </p:sp>
      <p:sp>
        <p:nvSpPr>
          <p:cNvPr id="17" name="사각형: 둥근 모서리 16">
            <a:extLst>
              <a:ext uri="{FF2B5EF4-FFF2-40B4-BE49-F238E27FC236}">
                <a16:creationId xmlns:a16="http://schemas.microsoft.com/office/drawing/2014/main" id="{8DB0825B-E9A1-9CF6-266F-2C9DB6704DE3}"/>
              </a:ext>
            </a:extLst>
          </p:cNvPr>
          <p:cNvSpPr/>
          <p:nvPr/>
        </p:nvSpPr>
        <p:spPr bwMode="auto">
          <a:xfrm>
            <a:off x="1007441" y="5301201"/>
            <a:ext cx="7312657" cy="713515"/>
          </a:xfrm>
          <a:prstGeom prst="roundRect">
            <a:avLst>
              <a:gd name="adj" fmla="val 46219"/>
            </a:avLst>
          </a:prstGeom>
          <a:solidFill>
            <a:srgbClr val="E8E8E8"/>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rgbClr val="00C0C0"/>
              </a:solidFill>
              <a:effectLst/>
              <a:latin typeface="Arial" charset="0"/>
            </a:endParaRPr>
          </a:p>
        </p:txBody>
      </p:sp>
      <p:sp>
        <p:nvSpPr>
          <p:cNvPr id="18" name="타원 17">
            <a:extLst>
              <a:ext uri="{FF2B5EF4-FFF2-40B4-BE49-F238E27FC236}">
                <a16:creationId xmlns:a16="http://schemas.microsoft.com/office/drawing/2014/main" id="{1D9B9DF9-FF76-23B7-E5FA-DD2A2EAA132F}"/>
              </a:ext>
            </a:extLst>
          </p:cNvPr>
          <p:cNvSpPr/>
          <p:nvPr/>
        </p:nvSpPr>
        <p:spPr bwMode="auto">
          <a:xfrm>
            <a:off x="684584" y="5211553"/>
            <a:ext cx="892810" cy="892810"/>
          </a:xfrm>
          <a:prstGeom prst="ellipse">
            <a:avLst/>
          </a:prstGeom>
          <a:solidFill>
            <a:schemeClr val="bg1"/>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2800" b="1" i="0" u="none" strike="noStrike" cap="none" normalizeH="0" baseline="0" dirty="0">
                <a:ln>
                  <a:noFill/>
                </a:ln>
                <a:solidFill>
                  <a:srgbClr val="12275E"/>
                </a:solidFill>
                <a:effectLst/>
                <a:latin typeface="Times New Roman" panose="02020603050405020304" pitchFamily="18" charset="0"/>
                <a:cs typeface="Times New Roman" panose="02020603050405020304" pitchFamily="18" charset="0"/>
              </a:rPr>
              <a:t>V</a:t>
            </a:r>
            <a:endParaRPr kumimoji="0" lang="ko-KR" altLang="en-US" sz="2800" b="1" i="0" u="none" strike="noStrike" cap="none" normalizeH="0" baseline="0" dirty="0">
              <a:ln>
                <a:noFill/>
              </a:ln>
              <a:solidFill>
                <a:srgbClr val="12275E"/>
              </a:solidFill>
              <a:effectLst/>
              <a:latin typeface="Times New Roman" panose="02020603050405020304" pitchFamily="18" charset="0"/>
              <a:cs typeface="Times New Roman" panose="02020603050405020304" pitchFamily="18" charset="0"/>
            </a:endParaRPr>
          </a:p>
        </p:txBody>
      </p:sp>
      <p:sp>
        <p:nvSpPr>
          <p:cNvPr id="19" name="원형: 비어 있음 18">
            <a:extLst>
              <a:ext uri="{FF2B5EF4-FFF2-40B4-BE49-F238E27FC236}">
                <a16:creationId xmlns:a16="http://schemas.microsoft.com/office/drawing/2014/main" id="{46EB414F-19F3-28BD-16CA-325D66881FE9}"/>
              </a:ext>
            </a:extLst>
          </p:cNvPr>
          <p:cNvSpPr/>
          <p:nvPr/>
        </p:nvSpPr>
        <p:spPr bwMode="auto">
          <a:xfrm>
            <a:off x="718847" y="5245816"/>
            <a:ext cx="824284" cy="824284"/>
          </a:xfrm>
          <a:prstGeom prst="donut">
            <a:avLst>
              <a:gd name="adj" fmla="val 15399"/>
            </a:avLst>
          </a:prstGeom>
          <a:solidFill>
            <a:srgbClr val="12275E"/>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ko-KR" altLang="en-US" sz="1400" b="0" i="0" u="none" strike="noStrike" cap="none" normalizeH="0" baseline="0" dirty="0">
              <a:ln>
                <a:noFill/>
              </a:ln>
              <a:solidFill>
                <a:srgbClr val="9A1F4E"/>
              </a:solidFill>
              <a:effectLst/>
              <a:latin typeface="Arial" charset="0"/>
            </a:endParaRPr>
          </a:p>
        </p:txBody>
      </p:sp>
      <p:sp>
        <p:nvSpPr>
          <p:cNvPr id="20" name="TextBox 19">
            <a:extLst>
              <a:ext uri="{FF2B5EF4-FFF2-40B4-BE49-F238E27FC236}">
                <a16:creationId xmlns:a16="http://schemas.microsoft.com/office/drawing/2014/main" id="{B54E1758-E07C-69E1-C322-E8C35C00DC4E}"/>
              </a:ext>
            </a:extLst>
          </p:cNvPr>
          <p:cNvSpPr txBox="1"/>
          <p:nvPr/>
        </p:nvSpPr>
        <p:spPr>
          <a:xfrm>
            <a:off x="1891949" y="2533813"/>
            <a:ext cx="2383986" cy="400110"/>
          </a:xfrm>
          <a:prstGeom prst="rect">
            <a:avLst/>
          </a:prstGeom>
          <a:noFill/>
        </p:spPr>
        <p:txBody>
          <a:bodyPr wrap="none" rtlCol="0">
            <a:spAutoFit/>
          </a:bodyPr>
          <a:lstStyle/>
          <a:p>
            <a:pPr algn="l"/>
            <a:r>
              <a:rPr lang="ko-KR" altLang="en-US" sz="2000" b="1" dirty="0">
                <a:solidFill>
                  <a:srgbClr val="12275E"/>
                </a:solidFill>
                <a:latin typeface="나눔고딕 ExtraBold" panose="020D0904000000000000" pitchFamily="50" charset="-127"/>
                <a:ea typeface="나눔고딕 ExtraBold" panose="020D0904000000000000" pitchFamily="50" charset="-127"/>
              </a:rPr>
              <a:t>서론</a:t>
            </a:r>
            <a:r>
              <a:rPr lang="en-US" altLang="ko-KR" sz="2000" b="1" dirty="0">
                <a:solidFill>
                  <a:srgbClr val="12275E"/>
                </a:solidFill>
                <a:latin typeface="나눔고딕 ExtraBold" panose="020D0904000000000000" pitchFamily="50" charset="-127"/>
                <a:ea typeface="나눔고딕 ExtraBold" panose="020D0904000000000000" pitchFamily="50" charset="-127"/>
              </a:rPr>
              <a:t> (Introduction)</a:t>
            </a:r>
            <a:endParaRPr lang="ko-KR" altLang="en-US" sz="2000" b="1" dirty="0">
              <a:solidFill>
                <a:srgbClr val="12275E"/>
              </a:solidFill>
              <a:latin typeface="나눔고딕 ExtraBold" panose="020D0904000000000000" pitchFamily="50" charset="-127"/>
              <a:ea typeface="나눔고딕 ExtraBold" panose="020D0904000000000000" pitchFamily="50" charset="-127"/>
            </a:endParaRPr>
          </a:p>
        </p:txBody>
      </p:sp>
      <p:sp>
        <p:nvSpPr>
          <p:cNvPr id="21" name="TextBox 20">
            <a:extLst>
              <a:ext uri="{FF2B5EF4-FFF2-40B4-BE49-F238E27FC236}">
                <a16:creationId xmlns:a16="http://schemas.microsoft.com/office/drawing/2014/main" id="{23701B22-F965-7E7D-9FF6-D25BAC983E46}"/>
              </a:ext>
            </a:extLst>
          </p:cNvPr>
          <p:cNvSpPr txBox="1"/>
          <p:nvPr/>
        </p:nvSpPr>
        <p:spPr>
          <a:xfrm>
            <a:off x="1911844" y="2914409"/>
            <a:ext cx="2924198" cy="307777"/>
          </a:xfrm>
          <a:prstGeom prst="rect">
            <a:avLst/>
          </a:prstGeom>
          <a:noFill/>
        </p:spPr>
        <p:txBody>
          <a:bodyPr wrap="none" rtlCol="0">
            <a:spAutoFit/>
          </a:bodyPr>
          <a:lstStyle/>
          <a:p>
            <a:pPr algn="l"/>
            <a:r>
              <a:rPr lang="ko-KR" altLang="en-US" sz="1400" b="1" dirty="0">
                <a:solidFill>
                  <a:schemeClr val="tx1">
                    <a:lumMod val="65000"/>
                    <a:lumOff val="35000"/>
                  </a:schemeClr>
                </a:solidFill>
                <a:latin typeface="+mn-ea"/>
              </a:rPr>
              <a:t>연구 배경</a:t>
            </a:r>
            <a:r>
              <a:rPr lang="en-US" altLang="ko-KR" sz="1400" b="1" dirty="0">
                <a:solidFill>
                  <a:schemeClr val="tx1">
                    <a:lumMod val="65000"/>
                    <a:lumOff val="35000"/>
                  </a:schemeClr>
                </a:solidFill>
                <a:latin typeface="+mn-ea"/>
              </a:rPr>
              <a:t>, </a:t>
            </a:r>
            <a:r>
              <a:rPr lang="ko-KR" altLang="en-US" sz="1400" b="1" dirty="0">
                <a:solidFill>
                  <a:schemeClr val="tx1">
                    <a:lumMod val="65000"/>
                    <a:lumOff val="35000"/>
                  </a:schemeClr>
                </a:solidFill>
                <a:latin typeface="+mn-ea"/>
              </a:rPr>
              <a:t>연구 필요성</a:t>
            </a:r>
            <a:r>
              <a:rPr lang="en-US" altLang="ko-KR" sz="1400" b="1" dirty="0">
                <a:solidFill>
                  <a:schemeClr val="tx1">
                    <a:lumMod val="65000"/>
                    <a:lumOff val="35000"/>
                  </a:schemeClr>
                </a:solidFill>
                <a:latin typeface="+mn-ea"/>
              </a:rPr>
              <a:t>, </a:t>
            </a:r>
            <a:r>
              <a:rPr lang="ko-KR" altLang="en-US" sz="1400" b="1" dirty="0">
                <a:solidFill>
                  <a:schemeClr val="tx1">
                    <a:lumMod val="65000"/>
                    <a:lumOff val="35000"/>
                  </a:schemeClr>
                </a:solidFill>
                <a:latin typeface="+mn-ea"/>
              </a:rPr>
              <a:t>문제 정의</a:t>
            </a:r>
          </a:p>
        </p:txBody>
      </p:sp>
      <p:sp>
        <p:nvSpPr>
          <p:cNvPr id="22" name="TextBox 21">
            <a:extLst>
              <a:ext uri="{FF2B5EF4-FFF2-40B4-BE49-F238E27FC236}">
                <a16:creationId xmlns:a16="http://schemas.microsoft.com/office/drawing/2014/main" id="{996BC058-46E0-2952-9B4F-387894CE8FD0}"/>
              </a:ext>
            </a:extLst>
          </p:cNvPr>
          <p:cNvSpPr txBox="1"/>
          <p:nvPr/>
        </p:nvSpPr>
        <p:spPr>
          <a:xfrm>
            <a:off x="1891949" y="3458906"/>
            <a:ext cx="5593198" cy="400110"/>
          </a:xfrm>
          <a:prstGeom prst="rect">
            <a:avLst/>
          </a:prstGeom>
          <a:noFill/>
        </p:spPr>
        <p:txBody>
          <a:bodyPr wrap="none" rtlCol="0">
            <a:spAutoFit/>
          </a:bodyPr>
          <a:lstStyle/>
          <a:p>
            <a:pPr algn="l"/>
            <a:r>
              <a:rPr lang="ko-KR" altLang="en-US" sz="2000" b="1" dirty="0">
                <a:solidFill>
                  <a:srgbClr val="12275E"/>
                </a:solidFill>
                <a:latin typeface="나눔고딕 ExtraBold" panose="020D0904000000000000" pitchFamily="50" charset="-127"/>
                <a:ea typeface="나눔고딕 ExtraBold" panose="020D0904000000000000" pitchFamily="50" charset="-127"/>
              </a:rPr>
              <a:t>방법</a:t>
            </a:r>
            <a:r>
              <a:rPr lang="en-US" altLang="ko-KR" sz="2000" b="1" dirty="0">
                <a:solidFill>
                  <a:srgbClr val="12275E"/>
                </a:solidFill>
                <a:latin typeface="나눔고딕 ExtraBold" panose="020D0904000000000000" pitchFamily="50" charset="-127"/>
                <a:ea typeface="나눔고딕 ExtraBold" panose="020D0904000000000000" pitchFamily="50" charset="-127"/>
              </a:rPr>
              <a:t> </a:t>
            </a:r>
            <a:r>
              <a:rPr lang="ko-KR" altLang="en-US" sz="2000" b="1" dirty="0">
                <a:solidFill>
                  <a:srgbClr val="12275E"/>
                </a:solidFill>
                <a:latin typeface="나눔고딕 ExtraBold" panose="020D0904000000000000" pitchFamily="50" charset="-127"/>
                <a:ea typeface="나눔고딕 ExtraBold" panose="020D0904000000000000" pitchFamily="50" charset="-127"/>
              </a:rPr>
              <a:t>및 구현 </a:t>
            </a:r>
            <a:r>
              <a:rPr lang="en-US" altLang="ko-KR" sz="2000" b="1" dirty="0">
                <a:solidFill>
                  <a:srgbClr val="12275E"/>
                </a:solidFill>
                <a:latin typeface="나눔고딕 ExtraBold" panose="020D0904000000000000" pitchFamily="50" charset="-127"/>
                <a:ea typeface="나눔고딕 ExtraBold" panose="020D0904000000000000" pitchFamily="50" charset="-127"/>
              </a:rPr>
              <a:t>(Methodology &amp; Implementation)</a:t>
            </a:r>
            <a:endParaRPr lang="ko-KR" altLang="en-US" sz="2000" b="1" dirty="0">
              <a:solidFill>
                <a:srgbClr val="12275E"/>
              </a:solidFill>
              <a:latin typeface="나눔고딕 ExtraBold" panose="020D0904000000000000" pitchFamily="50" charset="-127"/>
              <a:ea typeface="나눔고딕 ExtraBold" panose="020D0904000000000000" pitchFamily="50" charset="-127"/>
            </a:endParaRPr>
          </a:p>
        </p:txBody>
      </p:sp>
      <p:sp>
        <p:nvSpPr>
          <p:cNvPr id="23" name="TextBox 22">
            <a:extLst>
              <a:ext uri="{FF2B5EF4-FFF2-40B4-BE49-F238E27FC236}">
                <a16:creationId xmlns:a16="http://schemas.microsoft.com/office/drawing/2014/main" id="{0D7F745C-FC2F-4B62-3218-949DC2663E76}"/>
              </a:ext>
            </a:extLst>
          </p:cNvPr>
          <p:cNvSpPr txBox="1"/>
          <p:nvPr/>
        </p:nvSpPr>
        <p:spPr>
          <a:xfrm>
            <a:off x="1911844" y="3839502"/>
            <a:ext cx="2167581" cy="307777"/>
          </a:xfrm>
          <a:prstGeom prst="rect">
            <a:avLst/>
          </a:prstGeom>
          <a:noFill/>
        </p:spPr>
        <p:txBody>
          <a:bodyPr wrap="none" rtlCol="0">
            <a:spAutoFit/>
          </a:bodyPr>
          <a:lstStyle/>
          <a:p>
            <a:pPr algn="l"/>
            <a:r>
              <a:rPr lang="ko-KR" altLang="en-US" sz="1400" b="1" dirty="0">
                <a:solidFill>
                  <a:schemeClr val="tx1">
                    <a:lumMod val="65000"/>
                    <a:lumOff val="35000"/>
                  </a:schemeClr>
                </a:solidFill>
                <a:latin typeface="+mn-ea"/>
              </a:rPr>
              <a:t>문제 해결을 위한 방법론</a:t>
            </a:r>
          </a:p>
        </p:txBody>
      </p:sp>
      <p:sp>
        <p:nvSpPr>
          <p:cNvPr id="24" name="TextBox 23">
            <a:extLst>
              <a:ext uri="{FF2B5EF4-FFF2-40B4-BE49-F238E27FC236}">
                <a16:creationId xmlns:a16="http://schemas.microsoft.com/office/drawing/2014/main" id="{93C3CA4F-0CBA-089C-1EAA-299038D482E9}"/>
              </a:ext>
            </a:extLst>
          </p:cNvPr>
          <p:cNvSpPr txBox="1"/>
          <p:nvPr/>
        </p:nvSpPr>
        <p:spPr>
          <a:xfrm>
            <a:off x="1891949" y="4395078"/>
            <a:ext cx="5264583" cy="400110"/>
          </a:xfrm>
          <a:prstGeom prst="rect">
            <a:avLst/>
          </a:prstGeom>
          <a:noFill/>
        </p:spPr>
        <p:txBody>
          <a:bodyPr wrap="none" rtlCol="0">
            <a:spAutoFit/>
          </a:bodyPr>
          <a:lstStyle/>
          <a:p>
            <a:pPr algn="l"/>
            <a:r>
              <a:rPr lang="ko-KR" altLang="en-US" sz="2000" b="1" dirty="0">
                <a:solidFill>
                  <a:srgbClr val="12275E"/>
                </a:solidFill>
                <a:latin typeface="나눔고딕 ExtraBold" panose="020D0904000000000000" pitchFamily="50" charset="-127"/>
                <a:ea typeface="나눔고딕 ExtraBold" panose="020D0904000000000000" pitchFamily="50" charset="-127"/>
              </a:rPr>
              <a:t>실험 구성 및 평가 방법 </a:t>
            </a:r>
            <a:r>
              <a:rPr lang="en-US" altLang="ko-KR" sz="2000" b="1" dirty="0">
                <a:solidFill>
                  <a:srgbClr val="12275E"/>
                </a:solidFill>
                <a:latin typeface="나눔고딕 ExtraBold" panose="020D0904000000000000" pitchFamily="50" charset="-127"/>
                <a:ea typeface="나눔고딕 ExtraBold" panose="020D0904000000000000" pitchFamily="50" charset="-127"/>
              </a:rPr>
              <a:t>(Experiment Settings)</a:t>
            </a:r>
            <a:endParaRPr lang="ko-KR" altLang="en-US" sz="2000" b="1" dirty="0">
              <a:solidFill>
                <a:srgbClr val="12275E"/>
              </a:solidFill>
              <a:latin typeface="나눔고딕 ExtraBold" panose="020D0904000000000000" pitchFamily="50" charset="-127"/>
              <a:ea typeface="나눔고딕 ExtraBold" panose="020D0904000000000000" pitchFamily="50" charset="-127"/>
            </a:endParaRPr>
          </a:p>
        </p:txBody>
      </p:sp>
      <p:sp>
        <p:nvSpPr>
          <p:cNvPr id="25" name="TextBox 24">
            <a:extLst>
              <a:ext uri="{FF2B5EF4-FFF2-40B4-BE49-F238E27FC236}">
                <a16:creationId xmlns:a16="http://schemas.microsoft.com/office/drawing/2014/main" id="{B56ED523-4BC4-A4E5-2990-A3FD6FCF930C}"/>
              </a:ext>
            </a:extLst>
          </p:cNvPr>
          <p:cNvSpPr txBox="1"/>
          <p:nvPr/>
        </p:nvSpPr>
        <p:spPr>
          <a:xfrm>
            <a:off x="1911844" y="4775674"/>
            <a:ext cx="4164923" cy="307777"/>
          </a:xfrm>
          <a:prstGeom prst="rect">
            <a:avLst/>
          </a:prstGeom>
          <a:noFill/>
        </p:spPr>
        <p:txBody>
          <a:bodyPr wrap="none" rtlCol="0">
            <a:spAutoFit/>
          </a:bodyPr>
          <a:lstStyle/>
          <a:p>
            <a:pPr algn="l"/>
            <a:r>
              <a:rPr lang="ko-KR" altLang="en-US" sz="1400" b="1" dirty="0">
                <a:solidFill>
                  <a:schemeClr val="tx1">
                    <a:lumMod val="65000"/>
                    <a:lumOff val="35000"/>
                  </a:schemeClr>
                </a:solidFill>
                <a:latin typeface="+mn-ea"/>
              </a:rPr>
              <a:t>데이터셋</a:t>
            </a:r>
            <a:r>
              <a:rPr lang="en-US" altLang="ko-KR" sz="1400" b="1" dirty="0">
                <a:solidFill>
                  <a:schemeClr val="tx1">
                    <a:lumMod val="65000"/>
                    <a:lumOff val="35000"/>
                  </a:schemeClr>
                </a:solidFill>
                <a:latin typeface="+mn-ea"/>
              </a:rPr>
              <a:t>, </a:t>
            </a:r>
            <a:r>
              <a:rPr lang="ko-KR" altLang="en-US" sz="1400" b="1" dirty="0" err="1">
                <a:solidFill>
                  <a:schemeClr val="tx1">
                    <a:lumMod val="65000"/>
                    <a:lumOff val="35000"/>
                  </a:schemeClr>
                </a:solidFill>
                <a:latin typeface="+mn-ea"/>
              </a:rPr>
              <a:t>하이퍼파라미터</a:t>
            </a:r>
            <a:r>
              <a:rPr lang="en-US" altLang="ko-KR" sz="1400" b="1" dirty="0">
                <a:solidFill>
                  <a:schemeClr val="tx1">
                    <a:lumMod val="65000"/>
                    <a:lumOff val="35000"/>
                  </a:schemeClr>
                </a:solidFill>
                <a:latin typeface="+mn-ea"/>
              </a:rPr>
              <a:t>, </a:t>
            </a:r>
            <a:r>
              <a:rPr lang="ko-KR" altLang="en-US" sz="1400" b="1" dirty="0">
                <a:solidFill>
                  <a:schemeClr val="tx1">
                    <a:lumMod val="65000"/>
                    <a:lumOff val="35000"/>
                  </a:schemeClr>
                </a:solidFill>
                <a:latin typeface="+mn-ea"/>
              </a:rPr>
              <a:t>컴퓨팅 환경</a:t>
            </a:r>
            <a:r>
              <a:rPr lang="en-US" altLang="ko-KR" sz="1400" b="1" dirty="0">
                <a:solidFill>
                  <a:schemeClr val="tx1">
                    <a:lumMod val="65000"/>
                    <a:lumOff val="35000"/>
                  </a:schemeClr>
                </a:solidFill>
                <a:latin typeface="+mn-ea"/>
              </a:rPr>
              <a:t>, </a:t>
            </a:r>
            <a:r>
              <a:rPr lang="ko-KR" altLang="en-US" sz="1400" b="1" dirty="0">
                <a:solidFill>
                  <a:schemeClr val="tx1">
                    <a:lumMod val="65000"/>
                    <a:lumOff val="35000"/>
                  </a:schemeClr>
                </a:solidFill>
                <a:latin typeface="+mn-ea"/>
              </a:rPr>
              <a:t>평가지표</a:t>
            </a:r>
          </a:p>
        </p:txBody>
      </p:sp>
      <p:sp>
        <p:nvSpPr>
          <p:cNvPr id="26" name="TextBox 25">
            <a:extLst>
              <a:ext uri="{FF2B5EF4-FFF2-40B4-BE49-F238E27FC236}">
                <a16:creationId xmlns:a16="http://schemas.microsoft.com/office/drawing/2014/main" id="{ADA95FF9-5722-C980-28D4-E77EDD5C63DB}"/>
              </a:ext>
            </a:extLst>
          </p:cNvPr>
          <p:cNvSpPr txBox="1"/>
          <p:nvPr/>
        </p:nvSpPr>
        <p:spPr>
          <a:xfrm>
            <a:off x="1891949" y="5317626"/>
            <a:ext cx="3890809" cy="400110"/>
          </a:xfrm>
          <a:prstGeom prst="rect">
            <a:avLst/>
          </a:prstGeom>
          <a:noFill/>
        </p:spPr>
        <p:txBody>
          <a:bodyPr wrap="none" rtlCol="0">
            <a:spAutoFit/>
          </a:bodyPr>
          <a:lstStyle/>
          <a:p>
            <a:pPr algn="l"/>
            <a:r>
              <a:rPr lang="ko-KR" altLang="en-US" sz="2000" b="1" dirty="0">
                <a:solidFill>
                  <a:srgbClr val="12275E"/>
                </a:solidFill>
                <a:latin typeface="나눔고딕 ExtraBold" panose="020D0904000000000000" pitchFamily="50" charset="-127"/>
                <a:ea typeface="나눔고딕 ExtraBold" panose="020D0904000000000000" pitchFamily="50" charset="-127"/>
              </a:rPr>
              <a:t>결과 및 분석 </a:t>
            </a:r>
            <a:r>
              <a:rPr lang="en-US" altLang="ko-KR" sz="2000" b="1" dirty="0">
                <a:solidFill>
                  <a:srgbClr val="12275E"/>
                </a:solidFill>
                <a:latin typeface="나눔고딕 ExtraBold" panose="020D0904000000000000" pitchFamily="50" charset="-127"/>
                <a:ea typeface="나눔고딕 ExtraBold" panose="020D0904000000000000" pitchFamily="50" charset="-127"/>
              </a:rPr>
              <a:t>(Results &amp; Analysis)</a:t>
            </a:r>
            <a:endParaRPr lang="ko-KR" altLang="en-US" sz="2000" b="1" dirty="0">
              <a:solidFill>
                <a:srgbClr val="12275E"/>
              </a:solidFill>
              <a:latin typeface="나눔고딕 ExtraBold" panose="020D0904000000000000" pitchFamily="50" charset="-127"/>
              <a:ea typeface="나눔고딕 ExtraBold" panose="020D0904000000000000" pitchFamily="50" charset="-127"/>
            </a:endParaRPr>
          </a:p>
        </p:txBody>
      </p:sp>
      <p:sp>
        <p:nvSpPr>
          <p:cNvPr id="27" name="TextBox 26">
            <a:extLst>
              <a:ext uri="{FF2B5EF4-FFF2-40B4-BE49-F238E27FC236}">
                <a16:creationId xmlns:a16="http://schemas.microsoft.com/office/drawing/2014/main" id="{BB9763E6-807D-15BF-5376-CA9922414B47}"/>
              </a:ext>
            </a:extLst>
          </p:cNvPr>
          <p:cNvSpPr txBox="1"/>
          <p:nvPr/>
        </p:nvSpPr>
        <p:spPr>
          <a:xfrm>
            <a:off x="1911844" y="5698222"/>
            <a:ext cx="4219425" cy="307777"/>
          </a:xfrm>
          <a:prstGeom prst="rect">
            <a:avLst/>
          </a:prstGeom>
          <a:noFill/>
        </p:spPr>
        <p:txBody>
          <a:bodyPr wrap="none" rtlCol="0">
            <a:spAutoFit/>
          </a:bodyPr>
          <a:lstStyle/>
          <a:p>
            <a:pPr algn="l"/>
            <a:r>
              <a:rPr lang="ko-KR" altLang="en-US" sz="1400" b="1" dirty="0">
                <a:solidFill>
                  <a:schemeClr val="tx1">
                    <a:lumMod val="65000"/>
                    <a:lumOff val="35000"/>
                  </a:schemeClr>
                </a:solidFill>
                <a:latin typeface="+mn-ea"/>
              </a:rPr>
              <a:t>학습 결과</a:t>
            </a:r>
            <a:r>
              <a:rPr lang="en-US" altLang="ko-KR" sz="1400" b="1" dirty="0">
                <a:solidFill>
                  <a:schemeClr val="tx1">
                    <a:lumMod val="65000"/>
                    <a:lumOff val="35000"/>
                  </a:schemeClr>
                </a:solidFill>
                <a:latin typeface="+mn-ea"/>
              </a:rPr>
              <a:t>, </a:t>
            </a:r>
            <a:r>
              <a:rPr lang="ko-KR" altLang="en-US" sz="1400" b="1" dirty="0">
                <a:solidFill>
                  <a:schemeClr val="tx1">
                    <a:lumMod val="65000"/>
                    <a:lumOff val="35000"/>
                  </a:schemeClr>
                </a:solidFill>
                <a:latin typeface="+mn-ea"/>
              </a:rPr>
              <a:t>정확도</a:t>
            </a:r>
            <a:r>
              <a:rPr lang="en-US" altLang="ko-KR" sz="1400" b="1" dirty="0">
                <a:solidFill>
                  <a:schemeClr val="tx1">
                    <a:lumMod val="65000"/>
                    <a:lumOff val="35000"/>
                  </a:schemeClr>
                </a:solidFill>
                <a:latin typeface="+mn-ea"/>
              </a:rPr>
              <a:t>, </a:t>
            </a:r>
            <a:r>
              <a:rPr lang="ko-KR" altLang="en-US" sz="1400" b="1" dirty="0">
                <a:solidFill>
                  <a:schemeClr val="tx1">
                    <a:lumMod val="65000"/>
                    <a:lumOff val="35000"/>
                  </a:schemeClr>
                </a:solidFill>
                <a:latin typeface="+mn-ea"/>
              </a:rPr>
              <a:t>혼동행렬</a:t>
            </a:r>
            <a:r>
              <a:rPr lang="en-US" altLang="ko-KR" sz="1400" b="1" dirty="0">
                <a:solidFill>
                  <a:schemeClr val="tx1">
                    <a:lumMod val="65000"/>
                    <a:lumOff val="35000"/>
                  </a:schemeClr>
                </a:solidFill>
                <a:latin typeface="+mn-ea"/>
              </a:rPr>
              <a:t>, </a:t>
            </a:r>
            <a:r>
              <a:rPr lang="ko-KR" altLang="en-US" sz="1400" b="1" dirty="0">
                <a:solidFill>
                  <a:schemeClr val="tx1">
                    <a:lumMod val="65000"/>
                    <a:lumOff val="35000"/>
                  </a:schemeClr>
                </a:solidFill>
                <a:latin typeface="+mn-ea"/>
              </a:rPr>
              <a:t>비교 평가</a:t>
            </a:r>
            <a:r>
              <a:rPr lang="en-US" altLang="ko-KR" sz="1400" b="1" dirty="0">
                <a:solidFill>
                  <a:schemeClr val="tx1">
                    <a:lumMod val="65000"/>
                    <a:lumOff val="35000"/>
                  </a:schemeClr>
                </a:solidFill>
                <a:latin typeface="+mn-ea"/>
              </a:rPr>
              <a:t>, </a:t>
            </a:r>
            <a:r>
              <a:rPr lang="ko-KR" altLang="en-US" sz="1400" b="1" dirty="0">
                <a:solidFill>
                  <a:schemeClr val="tx1">
                    <a:lumMod val="65000"/>
                    <a:lumOff val="35000"/>
                  </a:schemeClr>
                </a:solidFill>
                <a:latin typeface="+mn-ea"/>
              </a:rPr>
              <a:t>결과 분석</a:t>
            </a:r>
          </a:p>
        </p:txBody>
      </p:sp>
    </p:spTree>
    <p:extLst>
      <p:ext uri="{BB962C8B-B14F-4D97-AF65-F5344CB8AC3E}">
        <p14:creationId xmlns:p14="http://schemas.microsoft.com/office/powerpoint/2010/main" val="188845530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70E02-3417-9313-EC23-20CF483FF3D6}"/>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163AB9A9-9021-5A6F-0EA2-F269AB9BFEEB}"/>
              </a:ext>
            </a:extLst>
          </p:cNvPr>
          <p:cNvSpPr txBox="1"/>
          <p:nvPr/>
        </p:nvSpPr>
        <p:spPr>
          <a:xfrm>
            <a:off x="1016960" y="858239"/>
            <a:ext cx="7110079" cy="590739"/>
          </a:xfrm>
          <a:prstGeom prst="rect">
            <a:avLst/>
          </a:prstGeom>
          <a:noFill/>
        </p:spPr>
        <p:txBody>
          <a:bodyPr wrap="square">
            <a:spAutoFit/>
          </a:bodyPr>
          <a:lstStyle/>
          <a:p>
            <a:pPr marL="38100" marR="0" indent="0" algn="ctr" fontAlgn="base" latinLnBrk="1">
              <a:lnSpc>
                <a:spcPct val="130000"/>
              </a:lnSpc>
              <a:spcBef>
                <a:spcPts val="0"/>
              </a:spcBef>
              <a:spcAft>
                <a:spcPts val="0"/>
              </a:spcAft>
            </a:pPr>
            <a:r>
              <a:rPr lang="en-US" altLang="ko-KR" sz="2800" b="1" dirty="0">
                <a:solidFill>
                  <a:schemeClr val="tx1">
                    <a:lumMod val="65000"/>
                    <a:lumOff val="35000"/>
                  </a:schemeClr>
                </a:solidFill>
                <a:latin typeface="맑은 고딕" panose="020B0503020000020004" pitchFamily="50" charset="-127"/>
                <a:ea typeface="맑은 고딕" panose="020B0503020000020004" pitchFamily="50" charset="-127"/>
                <a:cs typeface="+mj-cs"/>
              </a:rPr>
              <a:t>CONTENTS</a:t>
            </a:r>
          </a:p>
        </p:txBody>
      </p:sp>
      <p:sp>
        <p:nvSpPr>
          <p:cNvPr id="77" name="사각형: 둥근 모서리 76">
            <a:extLst>
              <a:ext uri="{FF2B5EF4-FFF2-40B4-BE49-F238E27FC236}">
                <a16:creationId xmlns:a16="http://schemas.microsoft.com/office/drawing/2014/main" id="{01452986-DABC-30DA-C446-FB53EF55A64E}"/>
              </a:ext>
            </a:extLst>
          </p:cNvPr>
          <p:cNvSpPr/>
          <p:nvPr/>
        </p:nvSpPr>
        <p:spPr bwMode="auto">
          <a:xfrm>
            <a:off x="1007441" y="1706622"/>
            <a:ext cx="7312657" cy="713515"/>
          </a:xfrm>
          <a:prstGeom prst="roundRect">
            <a:avLst>
              <a:gd name="adj" fmla="val 46219"/>
            </a:avLst>
          </a:prstGeom>
          <a:solidFill>
            <a:srgbClr val="E8E8E8"/>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rgbClr val="00C0C0"/>
              </a:solidFill>
              <a:effectLst/>
              <a:latin typeface="Arial" charset="0"/>
            </a:endParaRPr>
          </a:p>
        </p:txBody>
      </p:sp>
      <p:sp>
        <p:nvSpPr>
          <p:cNvPr id="79" name="타원 78">
            <a:extLst>
              <a:ext uri="{FF2B5EF4-FFF2-40B4-BE49-F238E27FC236}">
                <a16:creationId xmlns:a16="http://schemas.microsoft.com/office/drawing/2014/main" id="{A01D40BA-86E6-050D-8ED4-8652281AA359}"/>
              </a:ext>
            </a:extLst>
          </p:cNvPr>
          <p:cNvSpPr/>
          <p:nvPr/>
        </p:nvSpPr>
        <p:spPr bwMode="auto">
          <a:xfrm>
            <a:off x="684584" y="1616974"/>
            <a:ext cx="892810" cy="892810"/>
          </a:xfrm>
          <a:prstGeom prst="ellipse">
            <a:avLst/>
          </a:prstGeom>
          <a:solidFill>
            <a:schemeClr val="bg1"/>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2800" b="1" i="0" u="none" strike="noStrike" cap="none" normalizeH="0" baseline="0" dirty="0">
                <a:ln>
                  <a:noFill/>
                </a:ln>
                <a:solidFill>
                  <a:srgbClr val="12275E"/>
                </a:solidFill>
                <a:effectLst/>
                <a:latin typeface="Times New Roman" panose="02020603050405020304" pitchFamily="18" charset="0"/>
                <a:cs typeface="Times New Roman" panose="02020603050405020304" pitchFamily="18" charset="0"/>
              </a:rPr>
              <a:t>VI</a:t>
            </a:r>
            <a:endParaRPr kumimoji="0" lang="ko-KR" altLang="en-US" sz="2800" b="1" i="0" u="none" strike="noStrike" cap="none" normalizeH="0" baseline="0" dirty="0">
              <a:ln>
                <a:noFill/>
              </a:ln>
              <a:solidFill>
                <a:srgbClr val="12275E"/>
              </a:solidFill>
              <a:effectLst/>
              <a:latin typeface="Times New Roman" panose="02020603050405020304" pitchFamily="18" charset="0"/>
              <a:cs typeface="Times New Roman" panose="02020603050405020304" pitchFamily="18" charset="0"/>
            </a:endParaRPr>
          </a:p>
        </p:txBody>
      </p:sp>
      <p:sp>
        <p:nvSpPr>
          <p:cNvPr id="80" name="원형: 비어 있음 79">
            <a:extLst>
              <a:ext uri="{FF2B5EF4-FFF2-40B4-BE49-F238E27FC236}">
                <a16:creationId xmlns:a16="http://schemas.microsoft.com/office/drawing/2014/main" id="{B4D7C20E-7284-6173-CF49-1DDE69650CE0}"/>
              </a:ext>
            </a:extLst>
          </p:cNvPr>
          <p:cNvSpPr/>
          <p:nvPr/>
        </p:nvSpPr>
        <p:spPr bwMode="auto">
          <a:xfrm>
            <a:off x="718847" y="1651237"/>
            <a:ext cx="824284" cy="824284"/>
          </a:xfrm>
          <a:prstGeom prst="donut">
            <a:avLst>
              <a:gd name="adj" fmla="val 15399"/>
            </a:avLst>
          </a:prstGeom>
          <a:solidFill>
            <a:srgbClr val="12275E"/>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ko-KR" altLang="en-US" sz="1400" b="0" i="0" u="none" strike="noStrike" cap="none" normalizeH="0" baseline="0" dirty="0">
              <a:ln>
                <a:noFill/>
              </a:ln>
              <a:solidFill>
                <a:srgbClr val="9A1F4E"/>
              </a:solidFill>
              <a:effectLst/>
              <a:latin typeface="Arial" charset="0"/>
            </a:endParaRPr>
          </a:p>
        </p:txBody>
      </p:sp>
      <p:sp>
        <p:nvSpPr>
          <p:cNvPr id="82" name="사각형: 둥근 모서리 81">
            <a:extLst>
              <a:ext uri="{FF2B5EF4-FFF2-40B4-BE49-F238E27FC236}">
                <a16:creationId xmlns:a16="http://schemas.microsoft.com/office/drawing/2014/main" id="{2BD59DEE-2319-7898-87A5-8370B2DBDCD8}"/>
              </a:ext>
            </a:extLst>
          </p:cNvPr>
          <p:cNvSpPr/>
          <p:nvPr/>
        </p:nvSpPr>
        <p:spPr bwMode="auto">
          <a:xfrm>
            <a:off x="1007441" y="2635983"/>
            <a:ext cx="7312657" cy="713515"/>
          </a:xfrm>
          <a:prstGeom prst="roundRect">
            <a:avLst>
              <a:gd name="adj" fmla="val 46219"/>
            </a:avLst>
          </a:prstGeom>
          <a:solidFill>
            <a:srgbClr val="E8E8E8"/>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rgbClr val="00C0C0"/>
              </a:solidFill>
              <a:effectLst/>
              <a:latin typeface="Arial" charset="0"/>
            </a:endParaRPr>
          </a:p>
        </p:txBody>
      </p:sp>
      <p:sp>
        <p:nvSpPr>
          <p:cNvPr id="84" name="타원 83">
            <a:extLst>
              <a:ext uri="{FF2B5EF4-FFF2-40B4-BE49-F238E27FC236}">
                <a16:creationId xmlns:a16="http://schemas.microsoft.com/office/drawing/2014/main" id="{4D1452B7-32FC-E53F-7ED7-9758B0E1F153}"/>
              </a:ext>
            </a:extLst>
          </p:cNvPr>
          <p:cNvSpPr/>
          <p:nvPr/>
        </p:nvSpPr>
        <p:spPr bwMode="auto">
          <a:xfrm>
            <a:off x="684584" y="2546335"/>
            <a:ext cx="892810" cy="892810"/>
          </a:xfrm>
          <a:prstGeom prst="ellipse">
            <a:avLst/>
          </a:prstGeom>
          <a:solidFill>
            <a:schemeClr val="bg1"/>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2800" b="1" i="0" u="none" strike="noStrike" cap="none" normalizeH="0" baseline="0" dirty="0">
                <a:ln>
                  <a:noFill/>
                </a:ln>
                <a:solidFill>
                  <a:srgbClr val="12275E"/>
                </a:solidFill>
                <a:effectLst/>
                <a:latin typeface="Times New Roman" panose="02020603050405020304" pitchFamily="18" charset="0"/>
                <a:cs typeface="Times New Roman" panose="02020603050405020304" pitchFamily="18" charset="0"/>
              </a:rPr>
              <a:t>VII</a:t>
            </a:r>
            <a:endParaRPr kumimoji="0" lang="ko-KR" altLang="en-US" sz="2800" b="1" i="0" u="none" strike="noStrike" cap="none" normalizeH="0" baseline="0" dirty="0">
              <a:ln>
                <a:noFill/>
              </a:ln>
              <a:solidFill>
                <a:srgbClr val="12275E"/>
              </a:solidFill>
              <a:effectLst/>
              <a:latin typeface="Times New Roman" panose="02020603050405020304" pitchFamily="18" charset="0"/>
              <a:cs typeface="Times New Roman" panose="02020603050405020304" pitchFamily="18" charset="0"/>
            </a:endParaRPr>
          </a:p>
        </p:txBody>
      </p:sp>
      <p:sp>
        <p:nvSpPr>
          <p:cNvPr id="85" name="원형: 비어 있음 84">
            <a:extLst>
              <a:ext uri="{FF2B5EF4-FFF2-40B4-BE49-F238E27FC236}">
                <a16:creationId xmlns:a16="http://schemas.microsoft.com/office/drawing/2014/main" id="{157A5F63-566D-25E2-6244-A31A611B1811}"/>
              </a:ext>
            </a:extLst>
          </p:cNvPr>
          <p:cNvSpPr/>
          <p:nvPr/>
        </p:nvSpPr>
        <p:spPr bwMode="auto">
          <a:xfrm>
            <a:off x="718847" y="2580598"/>
            <a:ext cx="824284" cy="824284"/>
          </a:xfrm>
          <a:prstGeom prst="donut">
            <a:avLst>
              <a:gd name="adj" fmla="val 15399"/>
            </a:avLst>
          </a:prstGeom>
          <a:solidFill>
            <a:srgbClr val="12275E"/>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ko-KR" altLang="en-US" sz="1400" b="0" i="0" u="none" strike="noStrike" cap="none" normalizeH="0" baseline="0" dirty="0">
              <a:ln>
                <a:noFill/>
              </a:ln>
              <a:solidFill>
                <a:srgbClr val="9A1F4E"/>
              </a:solidFill>
              <a:effectLst/>
              <a:latin typeface="Arial" charset="0"/>
            </a:endParaRPr>
          </a:p>
        </p:txBody>
      </p:sp>
      <p:sp>
        <p:nvSpPr>
          <p:cNvPr id="93" name="TextBox 92">
            <a:extLst>
              <a:ext uri="{FF2B5EF4-FFF2-40B4-BE49-F238E27FC236}">
                <a16:creationId xmlns:a16="http://schemas.microsoft.com/office/drawing/2014/main" id="{9EB72F57-4BB7-5D88-569B-2F3FC2196FE6}"/>
              </a:ext>
            </a:extLst>
          </p:cNvPr>
          <p:cNvSpPr txBox="1"/>
          <p:nvPr/>
        </p:nvSpPr>
        <p:spPr>
          <a:xfrm>
            <a:off x="1891949" y="1729860"/>
            <a:ext cx="4985660" cy="400110"/>
          </a:xfrm>
          <a:prstGeom prst="rect">
            <a:avLst/>
          </a:prstGeom>
          <a:noFill/>
        </p:spPr>
        <p:txBody>
          <a:bodyPr wrap="none" rtlCol="0">
            <a:spAutoFit/>
          </a:bodyPr>
          <a:lstStyle/>
          <a:p>
            <a:pPr algn="l"/>
            <a:r>
              <a:rPr lang="ko-KR" altLang="en-US" sz="2000" b="1" dirty="0">
                <a:solidFill>
                  <a:srgbClr val="12275E"/>
                </a:solidFill>
                <a:latin typeface="나눔고딕 ExtraBold" panose="020D0904000000000000" pitchFamily="50" charset="-127"/>
                <a:ea typeface="나눔고딕 ExtraBold" panose="020D0904000000000000" pitchFamily="50" charset="-127"/>
              </a:rPr>
              <a:t>한계점 및 토론 </a:t>
            </a:r>
            <a:r>
              <a:rPr lang="en-US" altLang="ko-KR" sz="2000" b="1" dirty="0">
                <a:solidFill>
                  <a:srgbClr val="12275E"/>
                </a:solidFill>
                <a:latin typeface="나눔고딕 ExtraBold" panose="020D0904000000000000" pitchFamily="50" charset="-127"/>
                <a:ea typeface="나눔고딕 ExtraBold" panose="020D0904000000000000" pitchFamily="50" charset="-127"/>
              </a:rPr>
              <a:t>(Limitations &amp; Discussions)</a:t>
            </a:r>
            <a:endParaRPr lang="ko-KR" altLang="en-US" sz="2000" b="1" dirty="0">
              <a:solidFill>
                <a:srgbClr val="12275E"/>
              </a:solidFill>
              <a:latin typeface="나눔고딕 ExtraBold" panose="020D0904000000000000" pitchFamily="50" charset="-127"/>
              <a:ea typeface="나눔고딕 ExtraBold" panose="020D0904000000000000" pitchFamily="50" charset="-127"/>
            </a:endParaRPr>
          </a:p>
        </p:txBody>
      </p:sp>
      <p:sp>
        <p:nvSpPr>
          <p:cNvPr id="94" name="TextBox 93">
            <a:extLst>
              <a:ext uri="{FF2B5EF4-FFF2-40B4-BE49-F238E27FC236}">
                <a16:creationId xmlns:a16="http://schemas.microsoft.com/office/drawing/2014/main" id="{64A24CC2-FBB0-32F4-F482-1EE9DCE1AD24}"/>
              </a:ext>
            </a:extLst>
          </p:cNvPr>
          <p:cNvSpPr txBox="1"/>
          <p:nvPr/>
        </p:nvSpPr>
        <p:spPr>
          <a:xfrm>
            <a:off x="1911844" y="2110456"/>
            <a:ext cx="3073277" cy="307777"/>
          </a:xfrm>
          <a:prstGeom prst="rect">
            <a:avLst/>
          </a:prstGeom>
          <a:noFill/>
        </p:spPr>
        <p:txBody>
          <a:bodyPr wrap="none" rtlCol="0">
            <a:spAutoFit/>
          </a:bodyPr>
          <a:lstStyle/>
          <a:p>
            <a:pPr algn="l"/>
            <a:r>
              <a:rPr lang="ko-KR" altLang="en-US" sz="1400" b="1" dirty="0">
                <a:solidFill>
                  <a:schemeClr val="tx1">
                    <a:lumMod val="65000"/>
                    <a:lumOff val="35000"/>
                  </a:schemeClr>
                </a:solidFill>
                <a:latin typeface="+mn-ea"/>
              </a:rPr>
              <a:t>본 연구의 한계점</a:t>
            </a:r>
            <a:r>
              <a:rPr lang="en-US" altLang="ko-KR" sz="1400" b="1" dirty="0">
                <a:solidFill>
                  <a:schemeClr val="tx1">
                    <a:lumMod val="65000"/>
                    <a:lumOff val="35000"/>
                  </a:schemeClr>
                </a:solidFill>
                <a:latin typeface="+mn-ea"/>
              </a:rPr>
              <a:t> </a:t>
            </a:r>
            <a:r>
              <a:rPr lang="ko-KR" altLang="en-US" sz="1400" b="1" dirty="0">
                <a:solidFill>
                  <a:schemeClr val="tx1">
                    <a:lumMod val="65000"/>
                    <a:lumOff val="35000"/>
                  </a:schemeClr>
                </a:solidFill>
                <a:latin typeface="+mn-ea"/>
              </a:rPr>
              <a:t>및 개선점</a:t>
            </a:r>
            <a:r>
              <a:rPr lang="en-US" altLang="ko-KR" sz="1400" b="1" dirty="0">
                <a:solidFill>
                  <a:schemeClr val="tx1">
                    <a:lumMod val="65000"/>
                    <a:lumOff val="35000"/>
                  </a:schemeClr>
                </a:solidFill>
                <a:latin typeface="+mn-ea"/>
              </a:rPr>
              <a:t> </a:t>
            </a:r>
            <a:r>
              <a:rPr lang="ko-KR" altLang="en-US" sz="1400" b="1" dirty="0">
                <a:solidFill>
                  <a:schemeClr val="tx1">
                    <a:lumMod val="65000"/>
                    <a:lumOff val="35000"/>
                  </a:schemeClr>
                </a:solidFill>
                <a:latin typeface="+mn-ea"/>
              </a:rPr>
              <a:t>등 논의</a:t>
            </a:r>
          </a:p>
        </p:txBody>
      </p:sp>
      <p:sp>
        <p:nvSpPr>
          <p:cNvPr id="95" name="TextBox 94">
            <a:extLst>
              <a:ext uri="{FF2B5EF4-FFF2-40B4-BE49-F238E27FC236}">
                <a16:creationId xmlns:a16="http://schemas.microsoft.com/office/drawing/2014/main" id="{CDCD9292-7992-5B6A-A39D-3F6EF1859311}"/>
              </a:ext>
            </a:extLst>
          </p:cNvPr>
          <p:cNvSpPr txBox="1"/>
          <p:nvPr/>
        </p:nvSpPr>
        <p:spPr>
          <a:xfrm>
            <a:off x="1891949" y="2652408"/>
            <a:ext cx="2156360" cy="400110"/>
          </a:xfrm>
          <a:prstGeom prst="rect">
            <a:avLst/>
          </a:prstGeom>
          <a:noFill/>
        </p:spPr>
        <p:txBody>
          <a:bodyPr wrap="none" rtlCol="0">
            <a:spAutoFit/>
          </a:bodyPr>
          <a:lstStyle/>
          <a:p>
            <a:pPr algn="l"/>
            <a:r>
              <a:rPr lang="ko-KR" altLang="en-US" sz="2000" b="1" dirty="0">
                <a:solidFill>
                  <a:srgbClr val="12275E"/>
                </a:solidFill>
                <a:latin typeface="나눔고딕 ExtraBold" panose="020D0904000000000000" pitchFamily="50" charset="-127"/>
                <a:ea typeface="나눔고딕 ExtraBold" panose="020D0904000000000000" pitchFamily="50" charset="-127"/>
              </a:rPr>
              <a:t>결론 및 향후 연구</a:t>
            </a:r>
          </a:p>
        </p:txBody>
      </p:sp>
      <p:sp>
        <p:nvSpPr>
          <p:cNvPr id="96" name="TextBox 95">
            <a:extLst>
              <a:ext uri="{FF2B5EF4-FFF2-40B4-BE49-F238E27FC236}">
                <a16:creationId xmlns:a16="http://schemas.microsoft.com/office/drawing/2014/main" id="{463D5396-8747-F0DB-A672-B9552FEC6550}"/>
              </a:ext>
            </a:extLst>
          </p:cNvPr>
          <p:cNvSpPr txBox="1"/>
          <p:nvPr/>
        </p:nvSpPr>
        <p:spPr>
          <a:xfrm>
            <a:off x="1911844" y="3033004"/>
            <a:ext cx="3135795" cy="307777"/>
          </a:xfrm>
          <a:prstGeom prst="rect">
            <a:avLst/>
          </a:prstGeom>
          <a:noFill/>
        </p:spPr>
        <p:txBody>
          <a:bodyPr wrap="none" rtlCol="0">
            <a:spAutoFit/>
          </a:bodyPr>
          <a:lstStyle/>
          <a:p>
            <a:pPr algn="l"/>
            <a:r>
              <a:rPr lang="ko-KR" altLang="en-US" sz="1400" b="1" dirty="0">
                <a:solidFill>
                  <a:schemeClr val="tx1">
                    <a:lumMod val="65000"/>
                    <a:lumOff val="35000"/>
                  </a:schemeClr>
                </a:solidFill>
                <a:latin typeface="+mn-ea"/>
              </a:rPr>
              <a:t>본 연구의 결론</a:t>
            </a:r>
            <a:r>
              <a:rPr lang="en-US" altLang="ko-KR" sz="1400" b="1" dirty="0">
                <a:solidFill>
                  <a:schemeClr val="tx1">
                    <a:lumMod val="65000"/>
                    <a:lumOff val="35000"/>
                  </a:schemeClr>
                </a:solidFill>
                <a:latin typeface="+mn-ea"/>
              </a:rPr>
              <a:t> </a:t>
            </a:r>
            <a:r>
              <a:rPr lang="ko-KR" altLang="en-US" sz="1400" b="1" dirty="0">
                <a:solidFill>
                  <a:schemeClr val="tx1">
                    <a:lumMod val="65000"/>
                    <a:lumOff val="35000"/>
                  </a:schemeClr>
                </a:solidFill>
                <a:latin typeface="+mn-ea"/>
              </a:rPr>
              <a:t>및 향후 연구 등 논의</a:t>
            </a:r>
          </a:p>
        </p:txBody>
      </p:sp>
      <p:sp>
        <p:nvSpPr>
          <p:cNvPr id="97" name="제목 96">
            <a:extLst>
              <a:ext uri="{FF2B5EF4-FFF2-40B4-BE49-F238E27FC236}">
                <a16:creationId xmlns:a16="http://schemas.microsoft.com/office/drawing/2014/main" id="{6449DDCE-00F9-EE78-73DB-E3DB540E5CA6}"/>
              </a:ext>
            </a:extLst>
          </p:cNvPr>
          <p:cNvSpPr>
            <a:spLocks noGrp="1"/>
          </p:cNvSpPr>
          <p:nvPr>
            <p:ph type="title"/>
          </p:nvPr>
        </p:nvSpPr>
        <p:spPr/>
        <p:txBody>
          <a:bodyPr/>
          <a:lstStyle/>
          <a:p>
            <a:r>
              <a:rPr lang="ko-KR" altLang="en-US" dirty="0"/>
              <a:t>목차</a:t>
            </a:r>
          </a:p>
        </p:txBody>
      </p:sp>
    </p:spTree>
    <p:extLst>
      <p:ext uri="{BB962C8B-B14F-4D97-AF65-F5344CB8AC3E}">
        <p14:creationId xmlns:p14="http://schemas.microsoft.com/office/powerpoint/2010/main" val="1873866390"/>
      </p:ext>
    </p:extLst>
  </p:cSld>
  <p:clrMapOvr>
    <a:masterClrMapping/>
  </p:clrMapOvr>
  <p:transition/>
</p:sld>
</file>

<file path=ppt/slides/slide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lvl="0">
              <a:defRPr/>
            </a:pPr>
            <a:r>
              <a:rPr lang="ko-KR" altLang="en-US"/>
              <a:t>프로젝트 </a:t>
            </a:r>
            <a:r>
              <a:rPr lang="en-US" altLang="ko-KR"/>
              <a:t>#2 </a:t>
            </a:r>
            <a:r>
              <a:rPr lang="ko-KR" altLang="en-US"/>
              <a:t>개요</a:t>
            </a:r>
            <a:endParaRPr lang="ko-KR" altLang="en-US"/>
          </a:p>
        </p:txBody>
      </p:sp>
      <p:sp>
        <p:nvSpPr>
          <p:cNvPr id="3" name="Rectangle 3"/>
          <p:cNvSpPr txBox="1">
            <a:spLocks noChangeArrowheads="1"/>
          </p:cNvSpPr>
          <p:nvPr/>
        </p:nvSpPr>
        <p:spPr>
          <a:xfrm>
            <a:off x="400012" y="1088972"/>
            <a:ext cx="8312034" cy="1968553"/>
          </a:xfrm>
          <a:prstGeom prst="rect">
            <a:avLst/>
          </a:prstGeom>
          <a:noFill/>
          <a:ln>
            <a:noFill/>
          </a:ln>
          <a:effectLst/>
        </p:spPr>
        <p:txBody>
          <a:bodyPr vert="horz" wrap="square" lIns="0" tIns="0" rIns="0" bIns="0" anchor="t" anchorCtr="0">
            <a:prstTxWarp prst="textNoShape">
              <a:avLst/>
            </a:prstTxWarp>
            <a:spAutoFit/>
          </a:bodyPr>
          <a:lstStyle>
            <a:lvl1pPr marL="241795" indent="-241795" algn="l" defTabSz="597892" rtl="0" eaLnBrk="0" fontAlgn="base" hangingPunct="0">
              <a:lnSpc>
                <a:spcPct val="150000"/>
              </a:lnSpc>
              <a:spcBef>
                <a:spcPct val="115000"/>
              </a:spcBef>
              <a:spcAft>
                <a:spcPct val="0"/>
              </a:spcAft>
              <a:buClr>
                <a:schemeClr val="tx2"/>
              </a:buClr>
              <a:buFont typeface="Wingdings"/>
              <a:buChar char="n"/>
              <a:defRPr sz="1600" b="1">
                <a:solidFill>
                  <a:srgbClr val="000000"/>
                </a:solidFill>
                <a:latin typeface="Corbel"/>
                <a:ea typeface="맑은 고딕"/>
                <a:cs typeface="+mn-cs"/>
              </a:defRPr>
            </a:lvl1pPr>
            <a:lvl2pPr marL="410318" indent="-167058" algn="l" defTabSz="597892" rtl="0" eaLnBrk="0" fontAlgn="base" hangingPunct="0">
              <a:lnSpc>
                <a:spcPct val="150000"/>
              </a:lnSpc>
              <a:spcBef>
                <a:spcPct val="5000"/>
              </a:spcBef>
              <a:spcAft>
                <a:spcPct val="0"/>
              </a:spcAft>
              <a:buClr>
                <a:schemeClr val="tx2"/>
              </a:buClr>
              <a:buFont typeface="맑은 고딕"/>
              <a:buChar char="√"/>
              <a:defRPr sz="1400">
                <a:solidFill>
                  <a:srgbClr val="000000"/>
                </a:solidFill>
                <a:latin typeface="Corbel"/>
                <a:ea typeface="맑은 고딕"/>
              </a:defRPr>
            </a:lvl2pPr>
            <a:lvl3pPr marL="580307" indent="-168524" algn="l" defTabSz="597892" rtl="0" eaLnBrk="0" fontAlgn="base" hangingPunct="0">
              <a:lnSpc>
                <a:spcPct val="150000"/>
              </a:lnSpc>
              <a:spcBef>
                <a:spcPct val="8000"/>
              </a:spcBef>
              <a:spcAft>
                <a:spcPct val="0"/>
              </a:spcAft>
              <a:buClr>
                <a:schemeClr val="tx2"/>
              </a:buClr>
              <a:buFont typeface="Arial"/>
              <a:buChar char="•"/>
              <a:defRPr sz="1200">
                <a:solidFill>
                  <a:srgbClr val="000000"/>
                </a:solidFill>
                <a:latin typeface="Corbel"/>
                <a:ea typeface="맑은 고딕"/>
              </a:defRPr>
            </a:lvl3pPr>
            <a:lvl4pPr marL="748831" indent="-167058" algn="l" defTabSz="597892" rtl="0" eaLnBrk="0" fontAlgn="base" hangingPunct="0">
              <a:lnSpc>
                <a:spcPct val="150000"/>
              </a:lnSpc>
              <a:spcBef>
                <a:spcPct val="8000"/>
              </a:spcBef>
              <a:spcAft>
                <a:spcPct val="0"/>
              </a:spcAft>
              <a:buClr>
                <a:schemeClr val="tx2"/>
              </a:buClr>
              <a:buFont typeface="Arial"/>
              <a:buChar char="-"/>
              <a:defRPr sz="1200">
                <a:solidFill>
                  <a:srgbClr val="000000"/>
                </a:solidFill>
                <a:latin typeface="Corbel"/>
                <a:ea typeface="맑은 고딕"/>
              </a:defRPr>
            </a:lvl4pPr>
            <a:lvl5pPr marL="917354" indent="-167058" algn="l" defTabSz="597892" rtl="0" eaLnBrk="0" fontAlgn="base" hangingPunct="0">
              <a:lnSpc>
                <a:spcPct val="150000"/>
              </a:lnSpc>
              <a:spcBef>
                <a:spcPct val="8000"/>
              </a:spcBef>
              <a:spcAft>
                <a:spcPct val="0"/>
              </a:spcAft>
              <a:buClr>
                <a:srgbClr val="f37121"/>
              </a:buClr>
              <a:buFont typeface="Wingdings"/>
              <a:buChar char="§"/>
              <a:defRPr sz="1292">
                <a:solidFill>
                  <a:srgbClr val="000000"/>
                </a:solidFill>
                <a:latin typeface="맑은 고딕"/>
                <a:ea typeface="맑은 고딕"/>
              </a:defRPr>
            </a:lvl5pPr>
            <a:lvl6pPr marL="1339395"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6pPr>
            <a:lvl7pPr marL="1761436"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7pPr>
            <a:lvl8pPr marL="2183478"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8pPr>
            <a:lvl9pPr marL="2605519"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9pPr>
          </a:lstStyle>
          <a:p>
            <a:pPr>
              <a:lnSpc>
                <a:spcPct val="130000"/>
              </a:lnSpc>
              <a:spcBef>
                <a:spcPts val="600"/>
              </a:spcBef>
              <a:defRPr/>
            </a:pPr>
            <a:r>
              <a:rPr lang="ko-KR" altLang="en-US" sz="1800" kern="0">
                <a:solidFill>
                  <a:schemeClr val="accent1">
                    <a:lumMod val="75000"/>
                  </a:schemeClr>
                </a:solidFill>
                <a:latin typeface="+mn-ea"/>
                <a:ea typeface="+mn-ea"/>
              </a:rPr>
              <a:t>프로젝트 목표</a:t>
            </a:r>
            <a:endParaRPr lang="ko-KR" altLang="en-US" sz="1800" kern="0">
              <a:solidFill>
                <a:schemeClr val="accent1">
                  <a:lumMod val="75000"/>
                </a:schemeClr>
              </a:solidFill>
              <a:latin typeface="+mn-ea"/>
              <a:ea typeface="+mn-ea"/>
            </a:endParaRPr>
          </a:p>
          <a:p>
            <a:pPr marL="0" indent="0">
              <a:lnSpc>
                <a:spcPct val="130000"/>
              </a:lnSpc>
              <a:spcBef>
                <a:spcPts val="600"/>
              </a:spcBef>
              <a:buNone/>
              <a:defRPr/>
            </a:pPr>
            <a:endParaRPr lang="en-US" altLang="ko-KR" sz="1800" kern="0">
              <a:solidFill>
                <a:schemeClr val="tx1"/>
              </a:solidFill>
              <a:latin typeface="+mn-ea"/>
              <a:ea typeface="+mn-ea"/>
            </a:endParaRPr>
          </a:p>
          <a:p>
            <a:pPr marL="0" indent="0">
              <a:lnSpc>
                <a:spcPct val="130000"/>
              </a:lnSpc>
              <a:spcBef>
                <a:spcPts val="600"/>
              </a:spcBef>
              <a:buNone/>
              <a:defRPr/>
            </a:pPr>
            <a:endParaRPr lang="en-US" altLang="ko-KR" sz="1400" kern="0">
              <a:solidFill>
                <a:schemeClr val="tx1"/>
              </a:solidFill>
              <a:latin typeface="+mn-ea"/>
              <a:ea typeface="+mn-ea"/>
            </a:endParaRPr>
          </a:p>
          <a:p>
            <a:pPr>
              <a:lnSpc>
                <a:spcPct val="130000"/>
              </a:lnSpc>
              <a:spcBef>
                <a:spcPts val="600"/>
              </a:spcBef>
              <a:defRPr/>
            </a:pPr>
            <a:r>
              <a:rPr lang="ko-KR" altLang="en-US" sz="1800" kern="0">
                <a:solidFill>
                  <a:schemeClr val="accent1">
                    <a:lumMod val="75000"/>
                  </a:schemeClr>
                </a:solidFill>
                <a:latin typeface="+mn-ea"/>
                <a:ea typeface="+mn-ea"/>
              </a:rPr>
              <a:t>프로젝트 배경</a:t>
            </a:r>
            <a:r>
              <a:rPr lang="en-US" altLang="ko-KR" sz="1800" kern="0">
                <a:solidFill>
                  <a:schemeClr val="accent1">
                    <a:lumMod val="75000"/>
                  </a:schemeClr>
                </a:solidFill>
                <a:latin typeface="+mn-ea"/>
                <a:ea typeface="+mn-ea"/>
              </a:rPr>
              <a:t> </a:t>
            </a:r>
            <a:r>
              <a:rPr lang="ko-KR" altLang="en-US" sz="1800" kern="0">
                <a:solidFill>
                  <a:schemeClr val="accent1">
                    <a:lumMod val="75000"/>
                  </a:schemeClr>
                </a:solidFill>
                <a:latin typeface="+mn-ea"/>
                <a:ea typeface="+mn-ea"/>
              </a:rPr>
              <a:t>및 필요성</a:t>
            </a:r>
            <a:endParaRPr lang="ko-KR" altLang="en-US" sz="1800" kern="0">
              <a:solidFill>
                <a:schemeClr val="accent1">
                  <a:lumMod val="75000"/>
                </a:schemeClr>
              </a:solidFill>
              <a:latin typeface="+mn-ea"/>
              <a:ea typeface="+mn-ea"/>
            </a:endParaRPr>
          </a:p>
          <a:p>
            <a:pPr marL="586160" lvl="1" indent="-342900">
              <a:lnSpc>
                <a:spcPct val="130000"/>
              </a:lnSpc>
              <a:spcBef>
                <a:spcPts val="600"/>
              </a:spcBef>
              <a:buFont typeface="+mj-lt"/>
              <a:buAutoNum type="arabicParenR"/>
              <a:defRPr/>
            </a:pPr>
            <a:r>
              <a:rPr lang="ko-KR" altLang="en-US" sz="1600" kern="0">
                <a:solidFill>
                  <a:schemeClr val="tx1"/>
                </a:solidFill>
                <a:latin typeface="+mn-ea"/>
                <a:ea typeface="+mn-ea"/>
              </a:rPr>
              <a:t>프로젝트 배경</a:t>
            </a:r>
            <a:endParaRPr lang="en-US" altLang="ko-KR" sz="1200" b="0" kern="0">
              <a:solidFill>
                <a:srgbClr val="0033cc"/>
              </a:solidFill>
              <a:latin typeface="+mn-ea"/>
              <a:ea typeface="+mn-ea"/>
            </a:endParaRPr>
          </a:p>
        </p:txBody>
      </p:sp>
      <p:sp>
        <p:nvSpPr>
          <p:cNvPr id="4" name="직사각형 3"/>
          <p:cNvSpPr/>
          <p:nvPr/>
        </p:nvSpPr>
        <p:spPr>
          <a:xfrm>
            <a:off x="748275" y="1538979"/>
            <a:ext cx="7650085" cy="630007"/>
          </a:xfrm>
          <a:prstGeom prst="rect">
            <a:avLst/>
          </a:prstGeom>
          <a:solidFill>
            <a:schemeClr val="bg1"/>
          </a:solidFill>
          <a:ln w="9525" cap="flat" cmpd="sng" algn="ctr">
            <a:solidFill>
              <a:schemeClr val="tx1"/>
            </a:solidFill>
            <a:prstDash val="solid"/>
            <a:round/>
            <a:headEnd w="med" len="med"/>
            <a:tailEnd w="med" len="med"/>
          </a:ln>
          <a:effectLst>
            <a:outerShdw blurRad="50800" dist="38100" dir="2700000" algn="tl" rotWithShape="0">
              <a:prstClr val="black">
                <a:alpha val="40000"/>
              </a:prstClr>
            </a:outerShdw>
          </a:effectLst>
        </p:spPr>
        <p:txBody>
          <a:bodyPr vert="horz" wrap="none" lIns="91440" tIns="45720" rIns="91440" bIns="45720" anchor="ctr" anchorCtr="0">
            <a:prstTxWarp prst="textNoShape">
              <a:avLst/>
            </a:prstTxWarp>
          </a:bodyPr>
          <a:lstStyle/>
          <a:p>
            <a:pPr marL="0" indent="0" algn="ctr">
              <a:lnSpc>
                <a:spcPct val="130000"/>
              </a:lnSpc>
              <a:buNone/>
              <a:defRPr/>
            </a:pPr>
            <a:r>
              <a:rPr lang="en-US" sz="1600" b="1">
                <a:solidFill>
                  <a:srgbClr val="1b3a6b"/>
                </a:solidFill>
                <a:latin typeface="맑은 고딕"/>
                <a:ea typeface="맑은 고딕"/>
                <a:cs typeface="맑은 고딕"/>
              </a:rPr>
              <a:t>반도체 웨이퍼 불량 문서 검색을 위한</a:t>
            </a:r>
            <a:endParaRPr lang="en-US" sz="1600" b="1">
              <a:solidFill>
                <a:srgbClr val="1b3a6b"/>
              </a:solidFill>
              <a:latin typeface="맑은 고딕"/>
              <a:ea typeface="맑은 고딕"/>
              <a:cs typeface="맑은 고딕"/>
            </a:endParaRPr>
          </a:p>
          <a:p>
            <a:pPr marL="0" indent="0" algn="ctr">
              <a:lnSpc>
                <a:spcPct val="130000"/>
              </a:lnSpc>
              <a:buNone/>
              <a:defRPr/>
            </a:pPr>
            <a:r>
              <a:rPr lang="en-US" sz="1600" b="1">
                <a:solidFill>
                  <a:srgbClr val="1b3a6b"/>
                </a:solidFill>
                <a:latin typeface="맑은 고딕"/>
                <a:ea typeface="맑은 고딕"/>
                <a:cs typeface="맑은 고딕"/>
              </a:rPr>
              <a:t>계층적 트리플렛 손실 기반 도메인 특화 SBERT 파인튜닝 연구</a:t>
            </a:r>
            <a:endParaRPr kumimoji="0" lang="ko-KR" altLang="en-US" sz="1600" b="0" i="0" u="none" strike="noStrike" cap="none" normalizeH="0" baseline="0">
              <a:solidFill>
                <a:srgbClr val="0033cc"/>
              </a:solidFill>
              <a:effectLst/>
              <a:latin typeface="Arial"/>
            </a:endParaRPr>
          </a:p>
        </p:txBody>
      </p:sp>
      <p:sp>
        <p:nvSpPr>
          <p:cNvPr id="7" name="Rectangle 3"/>
          <p:cNvSpPr txBox="1">
            <a:spLocks noChangeArrowheads="1"/>
          </p:cNvSpPr>
          <p:nvPr/>
        </p:nvSpPr>
        <p:spPr>
          <a:xfrm>
            <a:off x="415982" y="4464870"/>
            <a:ext cx="8312034" cy="307155"/>
          </a:xfrm>
          <a:prstGeom prst="rect">
            <a:avLst/>
          </a:prstGeom>
          <a:noFill/>
          <a:ln>
            <a:noFill/>
          </a:ln>
          <a:effectLst/>
        </p:spPr>
        <p:txBody>
          <a:bodyPr vert="horz" wrap="square" lIns="0" tIns="0" rIns="0" bIns="0" anchor="t" anchorCtr="0">
            <a:prstTxWarp prst="textNoShape">
              <a:avLst/>
            </a:prstTxWarp>
            <a:spAutoFit/>
          </a:bodyPr>
          <a:lstStyle/>
          <a:p>
            <a:pPr marL="243260" lvl="1" indent="0" algn="l">
              <a:lnSpc>
                <a:spcPct val="130000"/>
              </a:lnSpc>
              <a:spcBef>
                <a:spcPts val="600"/>
              </a:spcBef>
              <a:buFont typeface="+mj-lt"/>
              <a:buNone/>
              <a:defRPr/>
            </a:pPr>
            <a:r>
              <a:rPr lang="en-US" altLang="ko-KR" sz="1600" kern="0">
                <a:solidFill>
                  <a:schemeClr val="tx1"/>
                </a:solidFill>
                <a:latin typeface="+mn-ea"/>
                <a:ea typeface="+mn-ea"/>
              </a:rPr>
              <a:t>2)   </a:t>
            </a:r>
            <a:r>
              <a:rPr lang="ko-KR" altLang="en-US" sz="1600" kern="0">
                <a:solidFill>
                  <a:schemeClr val="tx1"/>
                </a:solidFill>
                <a:latin typeface="+mn-ea"/>
                <a:ea typeface="+mn-ea"/>
              </a:rPr>
              <a:t>프로젝트 필요성</a:t>
            </a:r>
            <a:endParaRPr lang="en-US" altLang="ko-KR" sz="1200" kern="0">
              <a:solidFill>
                <a:srgbClr val="0033cc"/>
              </a:solidFill>
              <a:latin typeface="+mn-ea"/>
              <a:ea typeface="+mn-ea"/>
            </a:endParaRPr>
          </a:p>
        </p:txBody>
      </p:sp>
      <p:sp>
        <p:nvSpPr>
          <p:cNvPr id="8" name="Text 13"/>
          <p:cNvSpPr/>
          <p:nvPr/>
        </p:nvSpPr>
        <p:spPr>
          <a:xfrm>
            <a:off x="701956" y="3068996"/>
            <a:ext cx="8100091" cy="1080012"/>
          </a:xfrm>
          <a:prstGeom prst="rect">
            <a:avLst/>
          </a:prstGeom>
          <a:noFill/>
          <a:ln/>
        </p:spPr>
        <p:txBody>
          <a:bodyPr wrap="square" anchor="ctr"/>
          <a:lstStyle/>
          <a:p>
            <a:pPr marL="171360" indent="-171360" algn="l">
              <a:buFont typeface="Wingdings"/>
              <a:buChar char="§"/>
              <a:defRPr/>
            </a:pPr>
            <a:r>
              <a:rPr lang="en-US" sz="1200">
                <a:solidFill>
                  <a:schemeClr val="dk1"/>
                </a:solidFill>
                <a:latin typeface="맑은 고딕"/>
                <a:ea typeface="맑은 고딕"/>
                <a:cs typeface="맑은 고딕"/>
              </a:rPr>
              <a:t>반도체 웨이퍼 제조 공정은 수백 단계로 구성되며, 각 단계마다 불량 보고서가 발생하여 수십만 건의 품질 문서가 축적됨</a:t>
            </a:r>
            <a:endParaRPr lang="en-US" sz="1200">
              <a:solidFill>
                <a:schemeClr val="dk1"/>
              </a:solidFill>
              <a:latin typeface="맑은 고딕"/>
              <a:ea typeface="맑은 고딕"/>
              <a:cs typeface="맑은 고딕"/>
            </a:endParaRPr>
          </a:p>
          <a:p>
            <a:pPr marL="171360" indent="-171360" algn="l">
              <a:buFont typeface="Wingdings"/>
              <a:buChar char="§"/>
              <a:defRPr/>
            </a:pPr>
            <a:r>
              <a:rPr lang="en-US" sz="1200">
                <a:solidFill>
                  <a:schemeClr val="dk1"/>
                </a:solidFill>
                <a:latin typeface="맑은 고딕"/>
                <a:ea typeface="맑은 고딕"/>
                <a:cs typeface="맑은 고딕"/>
              </a:rPr>
              <a:t>파티클 밀도 초과, 파티클 크기 초과 등 유사하지만 원인과 해결책이</a:t>
            </a:r>
            <a:r>
              <a:rPr lang="ko-KR" altLang="en-US" sz="1200">
                <a:solidFill>
                  <a:schemeClr val="dk1"/>
                </a:solidFill>
                <a:latin typeface="맑은 고딕"/>
                <a:ea typeface="맑은 고딕"/>
                <a:cs typeface="맑은 고딕"/>
              </a:rPr>
              <a:t> </a:t>
            </a:r>
            <a:r>
              <a:rPr lang="en-US" sz="1200">
                <a:solidFill>
                  <a:schemeClr val="dk1"/>
                </a:solidFill>
                <a:latin typeface="맑은 고딕"/>
                <a:ea typeface="맑은 고딕"/>
                <a:cs typeface="맑은 고딕"/>
              </a:rPr>
              <a:t>다른 불량 유형이 세분화되어 존재함 [1]</a:t>
            </a:r>
            <a:endParaRPr lang="en-US" sz="1200">
              <a:solidFill>
                <a:schemeClr val="dk1"/>
              </a:solidFill>
              <a:latin typeface="맑은 고딕"/>
              <a:ea typeface="맑은 고딕"/>
              <a:cs typeface="맑은 고딕"/>
            </a:endParaRPr>
          </a:p>
          <a:p>
            <a:pPr marL="171360" indent="-171360" algn="l">
              <a:buFont typeface="Wingdings"/>
              <a:buChar char="§"/>
              <a:defRPr/>
            </a:pPr>
            <a:r>
              <a:rPr lang="en-US" sz="1200">
                <a:solidFill>
                  <a:schemeClr val="dk1"/>
                </a:solidFill>
                <a:latin typeface="맑은 고딕"/>
                <a:ea typeface="맑은 고딕"/>
                <a:cs typeface="맑은 고딕"/>
              </a:rPr>
              <a:t>기존 키워드 검색으로는 유사 불량 유형 간의 미세한 의미 차이를 구별하지 못해 잘못된 해결책이 적용되는 문제 발생 [2]</a:t>
            </a:r>
            <a:endParaRPr lang="en-US" sz="1200">
              <a:solidFill>
                <a:schemeClr val="dk1"/>
              </a:solidFill>
              <a:latin typeface="맑은 고딕"/>
              <a:ea typeface="맑은 고딕"/>
              <a:cs typeface="맑은 고딕"/>
            </a:endParaRPr>
          </a:p>
        </p:txBody>
      </p:sp>
      <p:sp>
        <p:nvSpPr>
          <p:cNvPr id="11" name="Text 17"/>
          <p:cNvSpPr/>
          <p:nvPr/>
        </p:nvSpPr>
        <p:spPr>
          <a:xfrm>
            <a:off x="762458" y="4779015"/>
            <a:ext cx="8129590" cy="990011"/>
          </a:xfrm>
          <a:prstGeom prst="rect">
            <a:avLst/>
          </a:prstGeom>
          <a:noFill/>
          <a:ln/>
        </p:spPr>
        <p:txBody>
          <a:bodyPr wrap="square" anchor="ctr"/>
          <a:lstStyle/>
          <a:p>
            <a:pPr marL="171360" indent="-171360" algn="l">
              <a:buFont typeface="Wingdings"/>
              <a:buChar char="§"/>
              <a:defRPr/>
            </a:pPr>
            <a:r>
              <a:rPr lang="en-US" sz="1200">
                <a:solidFill>
                  <a:schemeClr val="dk1"/>
                </a:solidFill>
                <a:latin typeface="맑은 고딕"/>
                <a:ea typeface="맑은 고딕"/>
                <a:cs typeface="맑은 고딕"/>
              </a:rPr>
              <a:t>기존 파인튜닝 기법(SBERT, SimCSE)은 웨이퍼 불량의 계층적 의미 관계를 학습하지 못해 동일 카테고리 내 유사 불량 문서 구별 불가 [2]</a:t>
            </a:r>
            <a:endParaRPr lang="en-US" sz="1200">
              <a:solidFill>
                <a:schemeClr val="dk1"/>
              </a:solidFill>
              <a:latin typeface="맑은 고딕"/>
              <a:ea typeface="맑은 고딕"/>
              <a:cs typeface="맑은 고딕"/>
            </a:endParaRPr>
          </a:p>
          <a:p>
            <a:pPr marL="171360" indent="-171360" algn="l">
              <a:buFont typeface="Wingdings"/>
              <a:buChar char="§"/>
              <a:defRPr/>
            </a:pPr>
            <a:r>
              <a:rPr lang="en-US" sz="1200">
                <a:solidFill>
                  <a:schemeClr val="dk1"/>
                </a:solidFill>
                <a:latin typeface="맑은 고딕"/>
                <a:ea typeface="맑은 고딕"/>
                <a:cs typeface="맑은 고딕"/>
              </a:rPr>
              <a:t>웨이퍼 불량 도메인 특화 벤치마크 평가셋 전무 → 파인튜닝 기법 간 객관적 성능 비교 불가 → 도메인 특화 메커니즘 개발 시급 [3]</a:t>
            </a:r>
            <a:endParaRPr lang="en-US" sz="1200">
              <a:solidFill>
                <a:schemeClr val="dk1"/>
              </a:solidFill>
              <a:latin typeface="맑은 고딕"/>
              <a:ea typeface="맑은 고딕"/>
              <a:cs typeface="맑은 고딕"/>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lvl="0">
              <a:defRPr/>
            </a:pPr>
            <a:r>
              <a:rPr lang="ko-KR" altLang="en-US"/>
              <a:t>서론 </a:t>
            </a:r>
            <a:r>
              <a:rPr lang="en-US" altLang="ko-KR"/>
              <a:t>(Introduction)</a:t>
            </a:r>
            <a:endParaRPr lang="ko-KR" altLang="en-US"/>
          </a:p>
        </p:txBody>
      </p:sp>
      <p:sp>
        <p:nvSpPr>
          <p:cNvPr id="10" name="Rectangle 3"/>
          <p:cNvSpPr txBox="1">
            <a:spLocks noChangeArrowheads="1"/>
          </p:cNvSpPr>
          <p:nvPr/>
        </p:nvSpPr>
        <p:spPr>
          <a:xfrm>
            <a:off x="130008" y="1718981"/>
            <a:ext cx="8582037" cy="3310219"/>
          </a:xfrm>
          <a:prstGeom prst="rect">
            <a:avLst/>
          </a:prstGeom>
          <a:noFill/>
          <a:ln>
            <a:noFill/>
          </a:ln>
          <a:effectLst/>
        </p:spPr>
        <p:txBody>
          <a:bodyPr vert="horz" wrap="square" lIns="0" tIns="0" rIns="0" bIns="0" anchor="t" anchorCtr="0">
            <a:prstTxWarp prst="textNoShape">
              <a:avLst/>
            </a:prstTxWarp>
            <a:spAutoFit/>
          </a:bodyPr>
          <a:lstStyle/>
          <a:p>
            <a:pPr marL="627062" lvl="2" indent="0" algn="l">
              <a:lnSpc>
                <a:spcPct val="130000"/>
              </a:lnSpc>
              <a:spcBef>
                <a:spcPts val="600"/>
              </a:spcBef>
              <a:buFont typeface="Wingdings"/>
              <a:buNone/>
              <a:defRPr/>
            </a:pPr>
            <a:r>
              <a:rPr lang="en-US" altLang="ko-KR" sz="1600" kern="0">
                <a:solidFill>
                  <a:schemeClr val="dk1"/>
                </a:solidFill>
                <a:latin typeface="+mn-ea"/>
                <a:ea typeface="+mn-ea"/>
              </a:rPr>
              <a:t>1)</a:t>
            </a:r>
            <a:r>
              <a:rPr lang="ko-KR" altLang="en-US" sz="1600" kern="0">
                <a:solidFill>
                  <a:schemeClr val="dk1"/>
                </a:solidFill>
                <a:latin typeface="+mn-ea"/>
                <a:ea typeface="+mn-ea"/>
              </a:rPr>
              <a:t> 연구배경</a:t>
            </a:r>
            <a:endParaRPr lang="ko-KR" altLang="en-US" kern="0">
              <a:solidFill>
                <a:schemeClr val="dk1"/>
              </a:solidFill>
              <a:latin typeface="+mn-ea"/>
              <a:ea typeface="+mn-ea"/>
            </a:endParaRPr>
          </a:p>
          <a:p>
            <a:pPr marL="627062" lvl="2" indent="0" algn="l">
              <a:lnSpc>
                <a:spcPct val="130000"/>
              </a:lnSpc>
              <a:spcBef>
                <a:spcPts val="600"/>
              </a:spcBef>
              <a:buFont typeface="Wingdings"/>
              <a:buNone/>
              <a:defRPr/>
            </a:pPr>
            <a:r>
              <a:rPr lang="en-US" altLang="ko-KR" sz="1200" kern="0">
                <a:solidFill>
                  <a:schemeClr val="dk1"/>
                </a:solidFill>
                <a:latin typeface="+mn-ea"/>
                <a:ea typeface="+mn-ea"/>
              </a:rPr>
              <a:t>반도체 웨이퍼 제조 공정은 수백 단계로 구성되며, 각 단계마다 불량 보고서가 축적된다. 파티클 밀도 초과·크기 초과·스크래치 등 불량 유형은 매우 세분화되어 있으나, 기존 TF-IDF·BM25 기반 키워드 검색은 "파티클 밀도 초과"와 "파티클 크기 초과"처럼 의미는 유사하지만 원인과 해결책이 다른 문서를 구별하지 못하는 어휘 불일치(Vocabulary Mismatch) 문제를 가진다. Reimers &amp; Gurevych(2019)의 Sentence-BERT는 의미 기반 임베딩의 토대를 마련하였으나, 일반 텍스트로 학습되어 웨이퍼 도메인 적용 시 성능이 저하된다 [1].</a:t>
            </a:r>
            <a:endParaRPr lang="en-US" altLang="ko-KR" sz="1200" kern="0">
              <a:solidFill>
                <a:schemeClr val="dk1"/>
              </a:solidFill>
              <a:latin typeface="+mn-ea"/>
              <a:ea typeface="+mn-ea"/>
            </a:endParaRPr>
          </a:p>
          <a:p>
            <a:pPr marL="627062" lvl="2" indent="0" algn="l">
              <a:lnSpc>
                <a:spcPct val="130000"/>
              </a:lnSpc>
              <a:spcBef>
                <a:spcPts val="600"/>
              </a:spcBef>
              <a:buFont typeface="Wingdings"/>
              <a:buNone/>
              <a:defRPr/>
            </a:pPr>
            <a:endParaRPr lang="en-US" altLang="ko-KR" sz="1200" kern="0">
              <a:solidFill>
                <a:schemeClr val="dk1"/>
              </a:solidFill>
              <a:latin typeface="+mn-ea"/>
              <a:ea typeface="+mn-ea"/>
            </a:endParaRPr>
          </a:p>
          <a:p>
            <a:pPr marL="627062" lvl="2" indent="0" algn="l">
              <a:lnSpc>
                <a:spcPct val="130000"/>
              </a:lnSpc>
              <a:spcBef>
                <a:spcPts val="600"/>
              </a:spcBef>
              <a:buFont typeface="Wingdings"/>
              <a:buNone/>
              <a:defRPr/>
            </a:pPr>
            <a:r>
              <a:rPr lang="en-US" altLang="ko-KR" sz="1600" kern="0">
                <a:solidFill>
                  <a:schemeClr val="dk1"/>
                </a:solidFill>
                <a:latin typeface="+mn-ea"/>
                <a:ea typeface="+mn-ea"/>
              </a:rPr>
              <a:t>2)</a:t>
            </a:r>
            <a:r>
              <a:rPr lang="ko-KR" altLang="en-US" sz="1600" kern="0">
                <a:solidFill>
                  <a:schemeClr val="dk1"/>
                </a:solidFill>
                <a:latin typeface="+mn-ea"/>
                <a:ea typeface="+mn-ea"/>
              </a:rPr>
              <a:t> 연구 필요성</a:t>
            </a:r>
            <a:endParaRPr lang="ko-KR" altLang="en-US" sz="1200" kern="0">
              <a:solidFill>
                <a:schemeClr val="dk1"/>
              </a:solidFill>
              <a:latin typeface="+mn-ea"/>
              <a:ea typeface="+mn-ea"/>
            </a:endParaRPr>
          </a:p>
          <a:p>
            <a:pPr marL="627062" lvl="2" indent="0" algn="l">
              <a:lnSpc>
                <a:spcPct val="130000"/>
              </a:lnSpc>
              <a:spcBef>
                <a:spcPts val="600"/>
              </a:spcBef>
              <a:buFont typeface="Wingdings"/>
              <a:buNone/>
              <a:defRPr/>
            </a:pPr>
            <a:r>
              <a:rPr lang="en-US" altLang="ko-KR" sz="1200" kern="0">
                <a:solidFill>
                  <a:schemeClr val="dk1"/>
                </a:solidFill>
                <a:latin typeface="+mn-ea"/>
                <a:ea typeface="+mn-ea"/>
              </a:rPr>
              <a:t>기존 파인튜닝 기법(SBERT, SimCSE, TSDAE)을 웨이퍼 도메인에 적용할 때 두 가지 문제가 발생한다. 첫째, 기존 기법은 웨이퍼 불량의 계층적 의미 관계(표면불량→파티클불량→파티클밀도초과)를 학습하지 못해 동일 카테고리 내 유사 불량 문서를 정확히 구별하지 못한다 [2]. 둘째, 웨이퍼 불량 도메인 특화 벤치마크 평가셋이 전무하여 파인튜닝 기법 간 객관적 성능 비교가 불가능하다 [3].</a:t>
            </a:r>
            <a:endParaRPr lang="en-US" altLang="ko-KR" sz="1200" kern="0">
              <a:solidFill>
                <a:schemeClr val="dk1"/>
              </a:solidFill>
              <a:latin typeface="+mn-ea"/>
              <a:ea typeface="+mn-ea"/>
            </a:endParaRPr>
          </a:p>
        </p:txBody>
      </p:sp>
      <p:sp>
        <p:nvSpPr>
          <p:cNvPr id="12" name=""/>
          <p:cNvSpPr txBox="1"/>
          <p:nvPr/>
        </p:nvSpPr>
        <p:spPr>
          <a:xfrm>
            <a:off x="611956" y="1100609"/>
            <a:ext cx="2878455" cy="438370"/>
          </a:xfrm>
          <a:prstGeom prst="rect">
            <a:avLst/>
          </a:prstGeom>
        </p:spPr>
        <p:txBody>
          <a:bodyPr wrap="none">
            <a:spAutoFit/>
          </a:bodyPr>
          <a:p>
            <a:pPr marL="257040" indent="-257040">
              <a:lnSpc>
                <a:spcPct val="130000"/>
              </a:lnSpc>
              <a:spcBef>
                <a:spcPts val="600"/>
              </a:spcBef>
              <a:buFont typeface="Wingdings"/>
              <a:buChar char="§"/>
              <a:defRPr/>
            </a:pPr>
            <a:r>
              <a:rPr lang="ko-KR" altLang="en-US" b="1" kern="0">
                <a:solidFill>
                  <a:schemeClr val="accent1">
                    <a:lumMod val="75000"/>
                  </a:schemeClr>
                </a:solidFill>
                <a:latin typeface="+mn-ea"/>
                <a:ea typeface="+mn-ea"/>
              </a:rPr>
              <a:t>프로젝트 배경</a:t>
            </a:r>
            <a:r>
              <a:rPr lang="en-US" altLang="ko-KR" b="1" kern="0">
                <a:solidFill>
                  <a:schemeClr val="accent1">
                    <a:lumMod val="75000"/>
                  </a:schemeClr>
                </a:solidFill>
                <a:latin typeface="+mn-ea"/>
                <a:ea typeface="+mn-ea"/>
              </a:rPr>
              <a:t> </a:t>
            </a:r>
            <a:r>
              <a:rPr lang="ko-KR" altLang="en-US" b="1" kern="0">
                <a:solidFill>
                  <a:schemeClr val="accent1">
                    <a:lumMod val="75000"/>
                  </a:schemeClr>
                </a:solidFill>
                <a:latin typeface="+mn-ea"/>
                <a:ea typeface="+mn-ea"/>
              </a:rPr>
              <a:t>및 필요성</a:t>
            </a:r>
            <a:endParaRPr b="1"/>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lvl="0">
              <a:defRPr/>
            </a:pPr>
            <a:r>
              <a:rPr lang="ko-KR" altLang="en-US"/>
              <a:t>서론 </a:t>
            </a:r>
            <a:r>
              <a:rPr lang="en-US" altLang="ko-KR"/>
              <a:t>(Introduction)</a:t>
            </a:r>
            <a:endParaRPr lang="ko-KR" altLang="en-US"/>
          </a:p>
        </p:txBody>
      </p:sp>
      <p:sp>
        <p:nvSpPr>
          <p:cNvPr id="12" name="Rectangle 3"/>
          <p:cNvSpPr txBox="1">
            <a:spLocks noChangeArrowheads="1"/>
          </p:cNvSpPr>
          <p:nvPr/>
        </p:nvSpPr>
        <p:spPr>
          <a:xfrm>
            <a:off x="0" y="998972"/>
            <a:ext cx="8582037" cy="5201803"/>
          </a:xfrm>
          <a:prstGeom prst="rect">
            <a:avLst/>
          </a:prstGeom>
          <a:noFill/>
          <a:ln>
            <a:noFill/>
          </a:ln>
          <a:effectLst/>
        </p:spPr>
        <p:txBody>
          <a:bodyPr vert="horz" wrap="square" lIns="0" tIns="0" rIns="0" bIns="0" anchor="t" anchorCtr="0">
            <a:prstTxWarp prst="textNoShape">
              <a:avLst/>
            </a:prstTxWarp>
            <a:spAutoFit/>
          </a:bodyPr>
          <a:lstStyle/>
          <a:p>
            <a:pPr marL="806450" lvl="2" indent="-179388" algn="l">
              <a:lnSpc>
                <a:spcPct val="130000"/>
              </a:lnSpc>
              <a:spcBef>
                <a:spcPts val="600"/>
              </a:spcBef>
              <a:buFont typeface="Wingdings"/>
              <a:buChar char="§"/>
              <a:defRPr/>
            </a:pPr>
            <a:r>
              <a:rPr lang="ko-KR" altLang="en-US" sz="1600" kern="0">
                <a:solidFill>
                  <a:schemeClr val="dk1"/>
                </a:solidFill>
                <a:latin typeface="+mn-ea"/>
                <a:ea typeface="+mn-ea"/>
              </a:rPr>
              <a:t>문제 정의</a:t>
            </a:r>
            <a:endParaRPr lang="ko-KR" altLang="en-US" sz="1200" kern="0">
              <a:solidFill>
                <a:schemeClr val="dk1"/>
              </a:solidFill>
              <a:latin typeface="+mn-ea"/>
              <a:ea typeface="+mn-ea"/>
            </a:endParaRPr>
          </a:p>
          <a:p>
            <a:pPr marL="627062" lvl="2" indent="0" algn="l">
              <a:lnSpc>
                <a:spcPct val="130000"/>
              </a:lnSpc>
              <a:spcBef>
                <a:spcPts val="600"/>
              </a:spcBef>
              <a:buFont typeface="Wingdings"/>
              <a:buNone/>
              <a:defRPr/>
            </a:pPr>
            <a:r>
              <a:rPr lang="en-US" altLang="ko-KR" sz="1200" kern="0">
                <a:solidFill>
                  <a:schemeClr val="dk1"/>
                </a:solidFill>
                <a:latin typeface="+mn-ea"/>
                <a:ea typeface="+mn-ea"/>
              </a:rPr>
              <a:t>1) </a:t>
            </a:r>
            <a:r>
              <a:rPr lang="ko-KR" altLang="en-US" sz="1200" kern="0">
                <a:solidFill>
                  <a:schemeClr val="dk1"/>
                </a:solidFill>
                <a:latin typeface="+mn-ea"/>
                <a:ea typeface="+mn-ea"/>
              </a:rPr>
              <a:t>기존 파인튜닝의 계층적 의미 관계 미학습</a:t>
            </a:r>
            <a:endParaRPr lang="ko-KR" altLang="en-US" sz="1200" kern="0">
              <a:solidFill>
                <a:schemeClr val="dk1"/>
              </a:solidFill>
              <a:latin typeface="+mn-ea"/>
              <a:ea typeface="+mn-ea"/>
            </a:endParaRPr>
          </a:p>
          <a:p>
            <a:pPr marL="627062" lvl="2" indent="0" algn="l">
              <a:lnSpc>
                <a:spcPct val="130000"/>
              </a:lnSpc>
              <a:spcBef>
                <a:spcPts val="600"/>
              </a:spcBef>
              <a:buFont typeface="Wingdings"/>
              <a:buNone/>
              <a:defRPr/>
            </a:pPr>
            <a:r>
              <a:rPr lang="ko-KR" altLang="en-US" sz="1200" kern="0">
                <a:solidFill>
                  <a:schemeClr val="dk1"/>
                </a:solidFill>
                <a:latin typeface="+mn-ea"/>
                <a:ea typeface="+mn-ea"/>
              </a:rPr>
              <a:t>반도체 웨이퍼 불량은 표면·구조적·전기적 불량으로 대분류되고, 그 안에서 파티클·스크래치·오염 불량 등으로 세분화되는 계층적 특성을 가진다. "파티클 밀도 초과"와 "파티클 크기 초과"는 같은 소분류에 속하지만 원인과 해결책이 전혀 다른 별개의 불량이다. 그러나 기존 SBERT·SimCSE 등 파인튜닝 기법은 일반 텍스트 기반으로 학습되어 이러한 계층적 의미 관계를 학습하지 못하며, 유사한 표현의 불량 문서를 혼동하여 잘못된 해결책이 적용되는 문제가 발생한다.</a:t>
            </a:r>
            <a:endParaRPr lang="ko-KR" altLang="en-US" sz="1200" kern="0">
              <a:solidFill>
                <a:schemeClr val="dk1"/>
              </a:solidFill>
              <a:latin typeface="+mn-ea"/>
              <a:ea typeface="+mn-ea"/>
            </a:endParaRPr>
          </a:p>
          <a:p>
            <a:pPr marL="627062" lvl="2" indent="0" algn="l">
              <a:lnSpc>
                <a:spcPct val="130000"/>
              </a:lnSpc>
              <a:spcBef>
                <a:spcPts val="600"/>
              </a:spcBef>
              <a:buFont typeface="Wingdings"/>
              <a:buNone/>
              <a:defRPr/>
            </a:pPr>
            <a:r>
              <a:rPr lang="en-US" altLang="ko-KR" sz="1200" kern="0">
                <a:solidFill>
                  <a:schemeClr val="dk1"/>
                </a:solidFill>
                <a:latin typeface="+mn-ea"/>
                <a:ea typeface="+mn-ea"/>
              </a:rPr>
              <a:t>2)</a:t>
            </a:r>
            <a:r>
              <a:rPr lang="ko-KR" altLang="en-US" sz="1200" kern="0">
                <a:solidFill>
                  <a:schemeClr val="dk1"/>
                </a:solidFill>
                <a:latin typeface="+mn-ea"/>
                <a:ea typeface="+mn-ea"/>
              </a:rPr>
              <a:t> 웨이퍼 불량 도메인 특화 벤치마크 평가셋 부재</a:t>
            </a:r>
            <a:endParaRPr lang="ko-KR" altLang="en-US" sz="1200" kern="0">
              <a:solidFill>
                <a:schemeClr val="dk1"/>
              </a:solidFill>
              <a:latin typeface="+mn-ea"/>
              <a:ea typeface="+mn-ea"/>
            </a:endParaRPr>
          </a:p>
          <a:p>
            <a:pPr marL="627062" lvl="2" indent="0" algn="l">
              <a:lnSpc>
                <a:spcPct val="130000"/>
              </a:lnSpc>
              <a:spcBef>
                <a:spcPts val="600"/>
              </a:spcBef>
              <a:buFont typeface="Wingdings"/>
              <a:buNone/>
              <a:defRPr/>
            </a:pPr>
            <a:r>
              <a:rPr lang="ko-KR" altLang="en-US" sz="1200" kern="0">
                <a:solidFill>
                  <a:schemeClr val="dk1"/>
                </a:solidFill>
                <a:latin typeface="+mn-ea"/>
                <a:ea typeface="+mn-ea"/>
              </a:rPr>
              <a:t>파인튜닝 기법 간 객관적 성능 비교를 위해서는 도메인 특화 평가셋이 필수적이다. 그러나 현재 공개된 KorSTS는 일상 텍스트 기반으로 구성되어 웨이퍼 불량 문서의 특수한 어휘와 계층 구조를 반영하지 못한다. 이로 인해 일반 평가셋에서 높은 성능을 보이는 모델이 실제 웨이퍼 도메인에서는 낮은 성능을 보이는 괴리가 발생할 수 있어, 도메인 특화 평가셋 구축이 시급하다.</a:t>
            </a:r>
            <a:endParaRPr lang="ko-KR" altLang="en-US" sz="1200" kern="0">
              <a:solidFill>
                <a:schemeClr val="dk1"/>
              </a:solidFill>
              <a:latin typeface="+mn-ea"/>
              <a:ea typeface="+mn-ea"/>
            </a:endParaRPr>
          </a:p>
          <a:p>
            <a:pPr marL="806450" lvl="2" indent="-179388" algn="l">
              <a:lnSpc>
                <a:spcPct val="130000"/>
              </a:lnSpc>
              <a:spcBef>
                <a:spcPts val="600"/>
              </a:spcBef>
              <a:buFont typeface="Wingdings"/>
              <a:buChar char="§"/>
              <a:defRPr/>
            </a:pPr>
            <a:r>
              <a:rPr lang="ko-KR" altLang="en-US" sz="1600" kern="0">
                <a:solidFill>
                  <a:schemeClr val="dk1"/>
                </a:solidFill>
                <a:latin typeface="+mn-ea"/>
                <a:ea typeface="+mn-ea"/>
              </a:rPr>
              <a:t>기여점</a:t>
            </a:r>
            <a:endParaRPr lang="ko-KR" altLang="en-US" sz="1200" kern="0">
              <a:solidFill>
                <a:schemeClr val="dk1"/>
              </a:solidFill>
              <a:latin typeface="+mn-ea"/>
              <a:ea typeface="+mn-ea"/>
            </a:endParaRPr>
          </a:p>
          <a:p>
            <a:pPr marL="627062" lvl="2" indent="0" algn="l">
              <a:lnSpc>
                <a:spcPct val="130000"/>
              </a:lnSpc>
              <a:spcBef>
                <a:spcPts val="600"/>
              </a:spcBef>
              <a:buFont typeface="Wingdings"/>
              <a:buNone/>
              <a:defRPr/>
            </a:pPr>
            <a:r>
              <a:rPr lang="en-US" altLang="ko-KR" sz="1200" kern="0">
                <a:solidFill>
                  <a:schemeClr val="dk1"/>
                </a:solidFill>
                <a:latin typeface="+mn-ea"/>
                <a:ea typeface="+mn-ea"/>
              </a:rPr>
              <a:t>1) 웨이퍼 불량 유형 계층 구조 기반 Hierarchical Triplet Loss 제안</a:t>
            </a:r>
            <a:endParaRPr lang="en-US" altLang="ko-KR" sz="1200" kern="0">
              <a:solidFill>
                <a:schemeClr val="dk1"/>
              </a:solidFill>
              <a:latin typeface="+mn-ea"/>
              <a:ea typeface="+mn-ea"/>
            </a:endParaRPr>
          </a:p>
          <a:p>
            <a:pPr marL="627062" lvl="2" indent="0" algn="l">
              <a:lnSpc>
                <a:spcPct val="130000"/>
              </a:lnSpc>
              <a:spcBef>
                <a:spcPts val="600"/>
              </a:spcBef>
              <a:buFont typeface="Wingdings"/>
              <a:buNone/>
              <a:defRPr/>
            </a:pPr>
            <a:r>
              <a:rPr lang="en-US" altLang="ko-KR" sz="1200" kern="0">
                <a:solidFill>
                  <a:schemeClr val="dk1"/>
                </a:solidFill>
                <a:latin typeface="+mn-ea"/>
                <a:ea typeface="+mn-ea"/>
              </a:rPr>
              <a:t>본 연구는 문제 1)에 대응하여 웨이퍼 불량 유형의 계층적 관계를 손실 함수에 직접 반영한 Hierarchical Triplet Loss를 제안한다. 기존 Triplet Loss가 모든 비유사 문서에 동일한 학습 강도를 적용하는 것과 달리, 본 연구에서는 두 불량 문서가 계층 구조상 얼마나 가까운지에 따라 학습 강도를 차등 적용한다. 소분류 내 유사 불량일수록 더 강하게 구별하도록 학습시킴으로써, 기존 SBERT·SimCSE·TSDAE가 해결하지 못했던 동일 카테고리 내 유사 불량 문서의 정밀 구별을 가능하게 하고 MRR@10 기준 검색 정확도 향상을 실증한다.</a:t>
            </a:r>
            <a:endParaRPr lang="en-US" altLang="ko-KR" sz="1200" kern="0">
              <a:solidFill>
                <a:schemeClr val="dk1"/>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lvl="0">
              <a:defRPr/>
            </a:pPr>
            <a:r>
              <a:rPr lang="ko-KR" altLang="en-US"/>
              <a:t>서론 </a:t>
            </a:r>
            <a:r>
              <a:rPr lang="en-US" altLang="ko-KR"/>
              <a:t>(Introduction)</a:t>
            </a:r>
            <a:endParaRPr lang="ko-KR" altLang="en-US"/>
          </a:p>
        </p:txBody>
      </p:sp>
      <p:sp>
        <p:nvSpPr>
          <p:cNvPr id="12" name="Rectangle 3"/>
          <p:cNvSpPr txBox="1">
            <a:spLocks noChangeArrowheads="1"/>
          </p:cNvSpPr>
          <p:nvPr/>
        </p:nvSpPr>
        <p:spPr>
          <a:xfrm>
            <a:off x="0" y="998972"/>
            <a:ext cx="8582037" cy="1887103"/>
          </a:xfrm>
          <a:prstGeom prst="rect">
            <a:avLst/>
          </a:prstGeom>
          <a:noFill/>
          <a:ln>
            <a:noFill/>
          </a:ln>
          <a:effectLst/>
        </p:spPr>
        <p:txBody>
          <a:bodyPr vert="horz" wrap="square" lIns="0" tIns="0" rIns="0" bIns="0" anchor="t" anchorCtr="0">
            <a:prstTxWarp prst="textNoShape">
              <a:avLst/>
            </a:prstTxWarp>
            <a:spAutoFit/>
          </a:bodyPr>
          <a:lstStyle/>
          <a:p>
            <a:pPr marL="806450" lvl="2" indent="-179388" algn="l">
              <a:lnSpc>
                <a:spcPct val="130000"/>
              </a:lnSpc>
              <a:spcBef>
                <a:spcPts val="600"/>
              </a:spcBef>
              <a:buFont typeface="Wingdings"/>
              <a:buChar char="§"/>
              <a:defRPr/>
            </a:pPr>
            <a:r>
              <a:rPr lang="ko-KR" altLang="en-US" sz="1600" kern="0">
                <a:solidFill>
                  <a:schemeClr val="dk1"/>
                </a:solidFill>
                <a:latin typeface="+mn-ea"/>
                <a:ea typeface="+mn-ea"/>
              </a:rPr>
              <a:t>기여점</a:t>
            </a:r>
            <a:endParaRPr lang="ko-KR" altLang="en-US" sz="1200" kern="0">
              <a:solidFill>
                <a:schemeClr val="dk1"/>
              </a:solidFill>
              <a:latin typeface="+mn-ea"/>
              <a:ea typeface="+mn-ea"/>
            </a:endParaRPr>
          </a:p>
          <a:p>
            <a:pPr marL="627062" lvl="2" indent="0" algn="l">
              <a:lnSpc>
                <a:spcPct val="130000"/>
              </a:lnSpc>
              <a:spcBef>
                <a:spcPts val="600"/>
              </a:spcBef>
              <a:buFont typeface="Wingdings"/>
              <a:buNone/>
              <a:defRPr/>
            </a:pPr>
            <a:r>
              <a:rPr lang="en-US" altLang="ko-KR" sz="1200" kern="0">
                <a:solidFill>
                  <a:schemeClr val="dk1"/>
                </a:solidFill>
                <a:latin typeface="+mn-ea"/>
                <a:ea typeface="+mn-ea"/>
              </a:rPr>
              <a:t>2)</a:t>
            </a:r>
            <a:r>
              <a:rPr lang="ko-KR" altLang="en-US" sz="1200" kern="0">
                <a:solidFill>
                  <a:schemeClr val="dk1"/>
                </a:solidFill>
                <a:latin typeface="+mn-ea"/>
                <a:ea typeface="+mn-ea"/>
              </a:rPr>
              <a:t> 한국어 웨이퍼 불량 Triplet 평가셋 최초 구성</a:t>
            </a:r>
            <a:endParaRPr lang="ko-KR" altLang="en-US" sz="1200" kern="0">
              <a:solidFill>
                <a:schemeClr val="dk1"/>
              </a:solidFill>
              <a:latin typeface="+mn-ea"/>
              <a:ea typeface="+mn-ea"/>
            </a:endParaRPr>
          </a:p>
          <a:p>
            <a:pPr marL="627062" lvl="2" indent="0" algn="l">
              <a:lnSpc>
                <a:spcPct val="130000"/>
              </a:lnSpc>
              <a:spcBef>
                <a:spcPts val="600"/>
              </a:spcBef>
              <a:buFont typeface="Wingdings"/>
              <a:buNone/>
              <a:defRPr/>
            </a:pPr>
            <a:r>
              <a:rPr lang="ko-KR" altLang="en-US" sz="1200" kern="0">
                <a:solidFill>
                  <a:schemeClr val="dk1"/>
                </a:solidFill>
                <a:latin typeface="+mn-ea"/>
                <a:ea typeface="+mn-ea"/>
              </a:rPr>
              <a:t>본 연구는 문제 2</a:t>
            </a:r>
            <a:r>
              <a:rPr lang="en-US" altLang="ko-KR" sz="1200" kern="0">
                <a:solidFill>
                  <a:schemeClr val="dk1"/>
                </a:solidFill>
                <a:latin typeface="+mn-ea"/>
                <a:ea typeface="+mn-ea"/>
              </a:rPr>
              <a:t>)</a:t>
            </a:r>
            <a:r>
              <a:rPr lang="ko-KR" altLang="en-US" sz="1200" kern="0">
                <a:solidFill>
                  <a:schemeClr val="dk1"/>
                </a:solidFill>
                <a:latin typeface="+mn-ea"/>
                <a:ea typeface="+mn-ea"/>
              </a:rPr>
              <a:t>에 대응하여 웨이퍼 불량 유형의 계층 구조를 반영한 한국어 Triplet 평가셋을 최초로 구성한다. 계층 거리 1·2·3에 해당하는 불량 문서 쌍을 각 50쌍씩 총 150쌍으로 구성하여, 기존 일반 도메인 평가셋으로는 측정하기 어려웠던 웨이퍼 도메인 내 세분화된 검색 성능을 객관적으로 평가할 수 있는 기준을 마련한다. 이를 통해 SBERT·SimCSE·TSDAE·Hierarchical Triplet Loss 4개 파인튜닝 기법 간 상호 비교 평가를 수행하여 제안 모델의 우수성을 검증한다.</a:t>
            </a:r>
            <a:endParaRPr lang="ko-KR" altLang="en-US" sz="1200" kern="0">
              <a:solidFill>
                <a:schemeClr val="dk1"/>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lvl="0">
              <a:defRPr/>
            </a:pPr>
            <a:r>
              <a:rPr lang="ko-KR" altLang="en-US"/>
              <a:t>방법 및 구현 </a:t>
            </a:r>
            <a:r>
              <a:rPr lang="en-US" altLang="ko-KR"/>
              <a:t>(Methodology &amp; Implementation)</a:t>
            </a:r>
            <a:endParaRPr lang="ko-KR" altLang="en-US"/>
          </a:p>
        </p:txBody>
      </p:sp>
      <p:sp>
        <p:nvSpPr>
          <p:cNvPr id="32" name="Text 7"/>
          <p:cNvSpPr/>
          <p:nvPr/>
        </p:nvSpPr>
        <p:spPr>
          <a:xfrm>
            <a:off x="274320" y="1136643"/>
            <a:ext cx="8595360" cy="320040"/>
          </a:xfrm>
          <a:prstGeom prst="rect">
            <a:avLst/>
          </a:prstGeom>
          <a:noFill/>
          <a:ln/>
        </p:spPr>
        <p:txBody>
          <a:bodyPr wrap="square" anchor="ctr"/>
          <a:lstStyle/>
          <a:p>
            <a:pPr algn="l">
              <a:lnSpc>
                <a:spcPct val="130000"/>
              </a:lnSpc>
              <a:spcBef>
                <a:spcPts val="600"/>
              </a:spcBef>
              <a:defRPr/>
            </a:pPr>
            <a:r>
              <a:rPr lang="en-US" sz="1400" b="1">
                <a:solidFill>
                  <a:srgbClr val="1b3a6b"/>
                </a:solidFill>
                <a:latin typeface="맑은 고딕"/>
                <a:ea typeface="맑은 고딕"/>
                <a:cs typeface="맑은 고딕"/>
              </a:rPr>
              <a:t>■ </a:t>
            </a:r>
            <a:r>
              <a:rPr lang="ko-KR" altLang="en-US" b="1" kern="0">
                <a:solidFill>
                  <a:schemeClr val="accent1">
                    <a:lumMod val="75000"/>
                  </a:schemeClr>
                </a:solidFill>
                <a:latin typeface="+mn-ea"/>
                <a:ea typeface="+mn-ea"/>
              </a:rPr>
              <a:t>연구 구조</a:t>
            </a:r>
            <a:endParaRPr lang="ko-KR" altLang="en-US" b="1" kern="0">
              <a:solidFill>
                <a:schemeClr val="accent1">
                  <a:lumMod val="75000"/>
                </a:schemeClr>
              </a:solidFill>
              <a:latin typeface="+mn-ea"/>
              <a:ea typeface="+mn-ea"/>
            </a:endParaRPr>
          </a:p>
        </p:txBody>
      </p:sp>
      <p:sp>
        <p:nvSpPr>
          <p:cNvPr id="33" name="Shape 8"/>
          <p:cNvSpPr/>
          <p:nvPr/>
        </p:nvSpPr>
        <p:spPr>
          <a:xfrm>
            <a:off x="256032" y="1538979"/>
            <a:ext cx="1572768" cy="1298448"/>
          </a:xfrm>
          <a:prstGeom prst="rect">
            <a:avLst/>
          </a:prstGeom>
          <a:solidFill>
            <a:srgbClr val="d9d9d9"/>
          </a:solidFill>
          <a:ln w="12700">
            <a:solidFill>
              <a:srgbClr val="d9d9d9"/>
            </a:solidFill>
            <a:prstDash val="solid"/>
          </a:ln>
        </p:spPr>
        <p:txBody>
          <a:bodyPr anchor="ctr"/>
          <a:lstStyle/>
          <a:p>
            <a:pPr algn="ctr">
              <a:defRPr/>
            </a:pPr>
            <a:endParaRPr lang="ko-KR" altLang="en-US"/>
          </a:p>
        </p:txBody>
      </p:sp>
      <p:sp>
        <p:nvSpPr>
          <p:cNvPr id="34" name="Text 9"/>
          <p:cNvSpPr/>
          <p:nvPr/>
        </p:nvSpPr>
        <p:spPr>
          <a:xfrm>
            <a:off x="256032" y="1566411"/>
            <a:ext cx="1572768" cy="228600"/>
          </a:xfrm>
          <a:prstGeom prst="rect">
            <a:avLst/>
          </a:prstGeom>
          <a:noFill/>
          <a:ln/>
        </p:spPr>
        <p:txBody>
          <a:bodyPr wrap="square" anchor="ctr"/>
          <a:lstStyle/>
          <a:p>
            <a:pPr marL="0" indent="0" algn="ctr">
              <a:buNone/>
              <a:defRPr/>
            </a:pPr>
            <a:r>
              <a:rPr lang="en-US" sz="800" b="1">
                <a:solidFill>
                  <a:srgbClr val="595959"/>
                </a:solidFill>
                <a:latin typeface="맑은 고딕"/>
                <a:ea typeface="맑은 고딕"/>
                <a:cs typeface="맑은 고딕"/>
              </a:rPr>
              <a:t>STEP 1</a:t>
            </a:r>
            <a:endParaRPr lang="en-US" sz="800"/>
          </a:p>
        </p:txBody>
      </p:sp>
      <p:sp>
        <p:nvSpPr>
          <p:cNvPr id="35" name="Text 10"/>
          <p:cNvSpPr/>
          <p:nvPr/>
        </p:nvSpPr>
        <p:spPr>
          <a:xfrm>
            <a:off x="256032" y="1776723"/>
            <a:ext cx="1572768" cy="502920"/>
          </a:xfrm>
          <a:prstGeom prst="rect">
            <a:avLst/>
          </a:prstGeom>
          <a:noFill/>
          <a:ln/>
        </p:spPr>
        <p:txBody>
          <a:bodyPr wrap="square" anchor="ctr"/>
          <a:lstStyle/>
          <a:p>
            <a:pPr marL="0" indent="0" algn="ctr">
              <a:lnSpc>
                <a:spcPct val="120000"/>
              </a:lnSpc>
              <a:buNone/>
              <a:defRPr/>
            </a:pPr>
            <a:r>
              <a:rPr lang="en-US" sz="1100" b="1">
                <a:solidFill>
                  <a:srgbClr val="595959"/>
                </a:solidFill>
                <a:latin typeface="맑은 고딕"/>
                <a:ea typeface="맑은 고딕"/>
                <a:cs typeface="맑은 고딕"/>
              </a:rPr>
              <a:t>베이스라인</a:t>
            </a:r>
            <a:endParaRPr lang="en-US" sz="1100" b="1">
              <a:solidFill>
                <a:srgbClr val="595959"/>
              </a:solidFill>
              <a:latin typeface="맑은 고딕"/>
              <a:ea typeface="맑은 고딕"/>
              <a:cs typeface="맑은 고딕"/>
            </a:endParaRPr>
          </a:p>
          <a:p>
            <a:pPr marL="0" indent="0" algn="ctr">
              <a:lnSpc>
                <a:spcPct val="120000"/>
              </a:lnSpc>
              <a:buNone/>
              <a:defRPr/>
            </a:pPr>
            <a:r>
              <a:rPr lang="en-US" sz="1100" b="1">
                <a:solidFill>
                  <a:srgbClr val="595959"/>
                </a:solidFill>
                <a:latin typeface="맑은 고딕"/>
                <a:ea typeface="맑은 고딕"/>
                <a:cs typeface="맑은 고딕"/>
              </a:rPr>
              <a:t>모델 선정</a:t>
            </a:r>
            <a:endParaRPr lang="en-US" sz="1100"/>
          </a:p>
        </p:txBody>
      </p:sp>
      <p:sp>
        <p:nvSpPr>
          <p:cNvPr id="36" name="Text 11"/>
          <p:cNvSpPr/>
          <p:nvPr/>
        </p:nvSpPr>
        <p:spPr>
          <a:xfrm>
            <a:off x="256032" y="2270499"/>
            <a:ext cx="1572768" cy="502920"/>
          </a:xfrm>
          <a:prstGeom prst="rect">
            <a:avLst/>
          </a:prstGeom>
          <a:noFill/>
          <a:ln/>
        </p:spPr>
        <p:txBody>
          <a:bodyPr wrap="square" anchor="t"/>
          <a:lstStyle/>
          <a:p>
            <a:pPr marL="0" indent="0" algn="ctr">
              <a:lnSpc>
                <a:spcPct val="120000"/>
              </a:lnSpc>
              <a:buNone/>
              <a:defRPr/>
            </a:pPr>
            <a:r>
              <a:rPr lang="en-US" sz="850">
                <a:solidFill>
                  <a:srgbClr val="595959"/>
                </a:solidFill>
                <a:latin typeface="맑은 고딕"/>
                <a:ea typeface="맑은 고딕"/>
                <a:cs typeface="맑은 고딕"/>
              </a:rPr>
              <a:t>범용 한국어 SBERT</a:t>
            </a:r>
            <a:endParaRPr lang="en-US" sz="850">
              <a:solidFill>
                <a:srgbClr val="595959"/>
              </a:solidFill>
              <a:latin typeface="맑은 고딕"/>
              <a:ea typeface="맑은 고딕"/>
              <a:cs typeface="맑은 고딕"/>
            </a:endParaRPr>
          </a:p>
          <a:p>
            <a:pPr marL="0" indent="0" algn="ctr">
              <a:lnSpc>
                <a:spcPct val="120000"/>
              </a:lnSpc>
              <a:buNone/>
              <a:defRPr/>
            </a:pPr>
            <a:r>
              <a:rPr lang="en-US" sz="850">
                <a:solidFill>
                  <a:srgbClr val="595959"/>
                </a:solidFill>
                <a:latin typeface="맑은 고딕"/>
                <a:ea typeface="맑은 고딕"/>
                <a:cs typeface="맑은 고딕"/>
              </a:rPr>
              <a:t>(ko-sroberta)</a:t>
            </a:r>
            <a:endParaRPr lang="en-US" sz="850"/>
          </a:p>
        </p:txBody>
      </p:sp>
      <p:sp>
        <p:nvSpPr>
          <p:cNvPr id="37" name="Shape 12"/>
          <p:cNvSpPr/>
          <p:nvPr/>
        </p:nvSpPr>
        <p:spPr>
          <a:xfrm>
            <a:off x="1847088" y="2188203"/>
            <a:ext cx="365760" cy="0"/>
          </a:xfrm>
          <a:prstGeom prst="line">
            <a:avLst/>
          </a:prstGeom>
          <a:noFill/>
          <a:ln w="15240">
            <a:solidFill>
              <a:srgbClr val="d9d9d9"/>
            </a:solidFill>
            <a:prstDash val="solid"/>
            <a:tailEnd type="arrow"/>
          </a:ln>
        </p:spPr>
        <p:txBody>
          <a:bodyPr wrap="square" anchor="ctr"/>
          <a:lstStyle/>
          <a:p>
            <a:pPr algn="ctr">
              <a:defRPr/>
            </a:pPr>
            <a:endParaRPr lang="ko-KR" altLang="en-US"/>
          </a:p>
        </p:txBody>
      </p:sp>
      <p:sp>
        <p:nvSpPr>
          <p:cNvPr id="38" name="Shape 13"/>
          <p:cNvSpPr/>
          <p:nvPr/>
        </p:nvSpPr>
        <p:spPr>
          <a:xfrm>
            <a:off x="1975104" y="1538979"/>
            <a:ext cx="1572768" cy="1298448"/>
          </a:xfrm>
          <a:prstGeom prst="rect">
            <a:avLst/>
          </a:prstGeom>
          <a:solidFill>
            <a:srgbClr val="185fa5"/>
          </a:solidFill>
          <a:ln w="12700">
            <a:solidFill>
              <a:srgbClr val="185fa5"/>
            </a:solidFill>
            <a:prstDash val="solid"/>
          </a:ln>
        </p:spPr>
        <p:txBody>
          <a:bodyPr anchor="ctr"/>
          <a:lstStyle/>
          <a:p>
            <a:pPr algn="ctr">
              <a:defRPr/>
            </a:pPr>
            <a:endParaRPr lang="ko-KR" altLang="en-US"/>
          </a:p>
        </p:txBody>
      </p:sp>
      <p:sp>
        <p:nvSpPr>
          <p:cNvPr id="39" name="Text 14"/>
          <p:cNvSpPr/>
          <p:nvPr/>
        </p:nvSpPr>
        <p:spPr>
          <a:xfrm>
            <a:off x="1975104" y="1566411"/>
            <a:ext cx="1572768" cy="228600"/>
          </a:xfrm>
          <a:prstGeom prst="rect">
            <a:avLst/>
          </a:prstGeom>
          <a:noFill/>
          <a:ln/>
        </p:spPr>
        <p:txBody>
          <a:bodyPr wrap="square" anchor="ctr"/>
          <a:lstStyle/>
          <a:p>
            <a:pPr marL="0" indent="0" algn="ctr">
              <a:buNone/>
              <a:defRPr/>
            </a:pPr>
            <a:r>
              <a:rPr lang="en-US" sz="800" b="1">
                <a:solidFill>
                  <a:srgbClr val="ffffff"/>
                </a:solidFill>
                <a:latin typeface="맑은 고딕"/>
                <a:ea typeface="맑은 고딕"/>
                <a:cs typeface="맑은 고딕"/>
              </a:rPr>
              <a:t>STEP 2</a:t>
            </a:r>
            <a:endParaRPr lang="en-US" sz="800"/>
          </a:p>
        </p:txBody>
      </p:sp>
      <p:sp>
        <p:nvSpPr>
          <p:cNvPr id="40" name="Text 15"/>
          <p:cNvSpPr/>
          <p:nvPr/>
        </p:nvSpPr>
        <p:spPr>
          <a:xfrm>
            <a:off x="1975104" y="1776723"/>
            <a:ext cx="1572768" cy="502920"/>
          </a:xfrm>
          <a:prstGeom prst="rect">
            <a:avLst/>
          </a:prstGeom>
          <a:noFill/>
          <a:ln/>
        </p:spPr>
        <p:txBody>
          <a:bodyPr wrap="square" anchor="ctr"/>
          <a:lstStyle/>
          <a:p>
            <a:pPr marL="0" indent="0" algn="ctr">
              <a:lnSpc>
                <a:spcPct val="120000"/>
              </a:lnSpc>
              <a:buNone/>
              <a:defRPr/>
            </a:pPr>
            <a:r>
              <a:rPr lang="en-US" sz="1100" b="1">
                <a:solidFill>
                  <a:srgbClr val="ffffff"/>
                </a:solidFill>
                <a:latin typeface="맑은 고딕"/>
                <a:ea typeface="맑은 고딕"/>
                <a:cs typeface="맑은 고딕"/>
              </a:rPr>
              <a:t>계층 구조</a:t>
            </a:r>
            <a:endParaRPr lang="en-US" sz="1100" b="1">
              <a:solidFill>
                <a:srgbClr val="ffffff"/>
              </a:solidFill>
              <a:latin typeface="맑은 고딕"/>
              <a:ea typeface="맑은 고딕"/>
              <a:cs typeface="맑은 고딕"/>
            </a:endParaRPr>
          </a:p>
          <a:p>
            <a:pPr marL="0" indent="0" algn="ctr">
              <a:lnSpc>
                <a:spcPct val="120000"/>
              </a:lnSpc>
              <a:buNone/>
              <a:defRPr/>
            </a:pPr>
            <a:r>
              <a:rPr lang="en-US" sz="1100" b="1">
                <a:solidFill>
                  <a:srgbClr val="ffffff"/>
                </a:solidFill>
                <a:latin typeface="맑은 고딕"/>
                <a:ea typeface="맑은 고딕"/>
                <a:cs typeface="맑은 고딕"/>
              </a:rPr>
              <a:t>정의</a:t>
            </a:r>
            <a:endParaRPr lang="en-US" sz="1100"/>
          </a:p>
        </p:txBody>
      </p:sp>
      <p:sp>
        <p:nvSpPr>
          <p:cNvPr id="41" name="Text 16"/>
          <p:cNvSpPr/>
          <p:nvPr/>
        </p:nvSpPr>
        <p:spPr>
          <a:xfrm>
            <a:off x="1975104" y="2270499"/>
            <a:ext cx="1572768" cy="502920"/>
          </a:xfrm>
          <a:prstGeom prst="rect">
            <a:avLst/>
          </a:prstGeom>
          <a:noFill/>
          <a:ln/>
        </p:spPr>
        <p:txBody>
          <a:bodyPr wrap="square" anchor="t"/>
          <a:lstStyle/>
          <a:p>
            <a:pPr marL="0" indent="0" algn="ctr">
              <a:lnSpc>
                <a:spcPct val="120000"/>
              </a:lnSpc>
              <a:buNone/>
              <a:defRPr/>
            </a:pPr>
            <a:r>
              <a:rPr lang="en-US" sz="850">
                <a:solidFill>
                  <a:srgbClr val="aaddff"/>
                </a:solidFill>
                <a:latin typeface="맑은 고딕"/>
                <a:ea typeface="맑은 고딕"/>
                <a:cs typeface="맑은 고딕"/>
              </a:rPr>
              <a:t>웨이퍼 불량</a:t>
            </a:r>
            <a:endParaRPr lang="en-US" sz="850">
              <a:solidFill>
                <a:srgbClr val="aaddff"/>
              </a:solidFill>
              <a:latin typeface="맑은 고딕"/>
              <a:ea typeface="맑은 고딕"/>
              <a:cs typeface="맑은 고딕"/>
            </a:endParaRPr>
          </a:p>
          <a:p>
            <a:pPr marL="0" indent="0" algn="ctr">
              <a:lnSpc>
                <a:spcPct val="120000"/>
              </a:lnSpc>
              <a:buNone/>
              <a:defRPr/>
            </a:pPr>
            <a:r>
              <a:rPr lang="en-US" sz="850">
                <a:solidFill>
                  <a:srgbClr val="aaddff"/>
                </a:solidFill>
                <a:latin typeface="맑은 고딕"/>
                <a:ea typeface="맑은 고딕"/>
                <a:cs typeface="맑은 고딕"/>
              </a:rPr>
              <a:t>Level 1~3 분류</a:t>
            </a:r>
            <a:endParaRPr lang="en-US" sz="850"/>
          </a:p>
        </p:txBody>
      </p:sp>
      <p:sp>
        <p:nvSpPr>
          <p:cNvPr id="42" name="Shape 17"/>
          <p:cNvSpPr/>
          <p:nvPr/>
        </p:nvSpPr>
        <p:spPr>
          <a:xfrm>
            <a:off x="3566160" y="2188203"/>
            <a:ext cx="365760" cy="0"/>
          </a:xfrm>
          <a:prstGeom prst="line">
            <a:avLst/>
          </a:prstGeom>
          <a:noFill/>
          <a:ln w="15240">
            <a:solidFill>
              <a:srgbClr val="d9d9d9"/>
            </a:solidFill>
            <a:prstDash val="solid"/>
            <a:tailEnd type="arrow"/>
          </a:ln>
        </p:spPr>
        <p:txBody>
          <a:bodyPr wrap="square" anchor="ctr"/>
          <a:lstStyle/>
          <a:p>
            <a:pPr algn="ctr">
              <a:defRPr/>
            </a:pPr>
            <a:endParaRPr lang="ko-KR" altLang="en-US"/>
          </a:p>
        </p:txBody>
      </p:sp>
      <p:sp>
        <p:nvSpPr>
          <p:cNvPr id="43" name="Shape 18"/>
          <p:cNvSpPr/>
          <p:nvPr/>
        </p:nvSpPr>
        <p:spPr>
          <a:xfrm>
            <a:off x="3694176" y="1538979"/>
            <a:ext cx="1572768" cy="1298448"/>
          </a:xfrm>
          <a:prstGeom prst="rect">
            <a:avLst/>
          </a:prstGeom>
          <a:solidFill>
            <a:srgbClr val="1d9e75"/>
          </a:solidFill>
          <a:ln w="12700">
            <a:solidFill>
              <a:srgbClr val="1d9e75"/>
            </a:solidFill>
            <a:prstDash val="solid"/>
          </a:ln>
        </p:spPr>
        <p:txBody>
          <a:bodyPr anchor="ctr"/>
          <a:lstStyle/>
          <a:p>
            <a:pPr algn="ctr">
              <a:defRPr/>
            </a:pPr>
            <a:endParaRPr lang="ko-KR" altLang="en-US"/>
          </a:p>
        </p:txBody>
      </p:sp>
      <p:sp>
        <p:nvSpPr>
          <p:cNvPr id="44" name="Text 19"/>
          <p:cNvSpPr/>
          <p:nvPr/>
        </p:nvSpPr>
        <p:spPr>
          <a:xfrm>
            <a:off x="3694176" y="1566411"/>
            <a:ext cx="1572768" cy="228600"/>
          </a:xfrm>
          <a:prstGeom prst="rect">
            <a:avLst/>
          </a:prstGeom>
          <a:noFill/>
          <a:ln/>
        </p:spPr>
        <p:txBody>
          <a:bodyPr wrap="square" anchor="ctr"/>
          <a:lstStyle/>
          <a:p>
            <a:pPr marL="0" indent="0" algn="ctr">
              <a:buNone/>
              <a:defRPr/>
            </a:pPr>
            <a:r>
              <a:rPr lang="en-US" sz="800" b="1">
                <a:solidFill>
                  <a:srgbClr val="ffffff"/>
                </a:solidFill>
                <a:latin typeface="맑은 고딕"/>
                <a:ea typeface="맑은 고딕"/>
                <a:cs typeface="맑은 고딕"/>
              </a:rPr>
              <a:t>STEP 3</a:t>
            </a:r>
            <a:endParaRPr lang="en-US" sz="800"/>
          </a:p>
        </p:txBody>
      </p:sp>
      <p:sp>
        <p:nvSpPr>
          <p:cNvPr id="45" name="Text 20"/>
          <p:cNvSpPr/>
          <p:nvPr/>
        </p:nvSpPr>
        <p:spPr>
          <a:xfrm>
            <a:off x="3694176" y="1776723"/>
            <a:ext cx="1572768" cy="502920"/>
          </a:xfrm>
          <a:prstGeom prst="rect">
            <a:avLst/>
          </a:prstGeom>
          <a:noFill/>
          <a:ln/>
        </p:spPr>
        <p:txBody>
          <a:bodyPr wrap="square" anchor="ctr"/>
          <a:lstStyle/>
          <a:p>
            <a:pPr marL="0" indent="0" algn="ctr">
              <a:lnSpc>
                <a:spcPct val="120000"/>
              </a:lnSpc>
              <a:buNone/>
              <a:defRPr/>
            </a:pPr>
            <a:r>
              <a:rPr lang="en-US" sz="1100" b="1">
                <a:solidFill>
                  <a:srgbClr val="ffffff"/>
                </a:solidFill>
                <a:latin typeface="맑은 고딕"/>
                <a:ea typeface="맑은 고딕"/>
                <a:cs typeface="맑은 고딕"/>
              </a:rPr>
              <a:t>Triplet</a:t>
            </a:r>
            <a:endParaRPr lang="en-US" sz="1100" b="1">
              <a:solidFill>
                <a:srgbClr val="ffffff"/>
              </a:solidFill>
              <a:latin typeface="맑은 고딕"/>
              <a:ea typeface="맑은 고딕"/>
              <a:cs typeface="맑은 고딕"/>
            </a:endParaRPr>
          </a:p>
          <a:p>
            <a:pPr marL="0" indent="0" algn="ctr">
              <a:lnSpc>
                <a:spcPct val="120000"/>
              </a:lnSpc>
              <a:buNone/>
              <a:defRPr/>
            </a:pPr>
            <a:r>
              <a:rPr lang="en-US" sz="1100" b="1">
                <a:solidFill>
                  <a:srgbClr val="ffffff"/>
                </a:solidFill>
                <a:latin typeface="맑은 고딕"/>
                <a:ea typeface="맑은 고딕"/>
                <a:cs typeface="맑은 고딕"/>
              </a:rPr>
              <a:t>데이터 구성</a:t>
            </a:r>
            <a:endParaRPr lang="en-US" sz="1100"/>
          </a:p>
        </p:txBody>
      </p:sp>
      <p:sp>
        <p:nvSpPr>
          <p:cNvPr id="46" name="Text 21"/>
          <p:cNvSpPr/>
          <p:nvPr/>
        </p:nvSpPr>
        <p:spPr>
          <a:xfrm>
            <a:off x="3694176" y="2270499"/>
            <a:ext cx="1572768" cy="502920"/>
          </a:xfrm>
          <a:prstGeom prst="rect">
            <a:avLst/>
          </a:prstGeom>
          <a:noFill/>
          <a:ln/>
        </p:spPr>
        <p:txBody>
          <a:bodyPr wrap="square" anchor="t"/>
          <a:lstStyle/>
          <a:p>
            <a:pPr marL="0" indent="0" algn="ctr">
              <a:lnSpc>
                <a:spcPct val="120000"/>
              </a:lnSpc>
              <a:buNone/>
              <a:defRPr/>
            </a:pPr>
            <a:r>
              <a:rPr lang="en-US" sz="850">
                <a:solidFill>
                  <a:srgbClr val="bbffdd"/>
                </a:solidFill>
                <a:latin typeface="맑은 고딕"/>
                <a:ea typeface="맑은 고딕"/>
                <a:cs typeface="맑은 고딕"/>
              </a:rPr>
              <a:t>계층거리별</a:t>
            </a:r>
            <a:endParaRPr lang="en-US" sz="850">
              <a:solidFill>
                <a:srgbClr val="bbffdd"/>
              </a:solidFill>
              <a:latin typeface="맑은 고딕"/>
              <a:ea typeface="맑은 고딕"/>
              <a:cs typeface="맑은 고딕"/>
            </a:endParaRPr>
          </a:p>
          <a:p>
            <a:pPr marL="0" indent="0" algn="ctr">
              <a:lnSpc>
                <a:spcPct val="120000"/>
              </a:lnSpc>
              <a:buNone/>
              <a:defRPr/>
            </a:pPr>
            <a:r>
              <a:rPr lang="en-US" sz="850">
                <a:solidFill>
                  <a:srgbClr val="bbffdd"/>
                </a:solidFill>
                <a:latin typeface="맑은 고딕"/>
                <a:ea typeface="맑은 고딕"/>
                <a:cs typeface="맑은 고딕"/>
              </a:rPr>
              <a:t>50쌍 × 3등급</a:t>
            </a:r>
            <a:endParaRPr lang="en-US" sz="850"/>
          </a:p>
        </p:txBody>
      </p:sp>
      <p:sp>
        <p:nvSpPr>
          <p:cNvPr id="47" name="Shape 22"/>
          <p:cNvSpPr/>
          <p:nvPr/>
        </p:nvSpPr>
        <p:spPr>
          <a:xfrm>
            <a:off x="5285232" y="2188203"/>
            <a:ext cx="365760" cy="0"/>
          </a:xfrm>
          <a:prstGeom prst="line">
            <a:avLst/>
          </a:prstGeom>
          <a:noFill/>
          <a:ln w="15240">
            <a:solidFill>
              <a:srgbClr val="d9d9d9"/>
            </a:solidFill>
            <a:prstDash val="solid"/>
            <a:tailEnd type="arrow"/>
          </a:ln>
        </p:spPr>
        <p:txBody>
          <a:bodyPr wrap="square" anchor="ctr"/>
          <a:lstStyle/>
          <a:p>
            <a:pPr algn="ctr">
              <a:defRPr/>
            </a:pPr>
            <a:endParaRPr lang="ko-KR" altLang="en-US"/>
          </a:p>
        </p:txBody>
      </p:sp>
      <p:sp>
        <p:nvSpPr>
          <p:cNvPr id="48" name="Shape 23"/>
          <p:cNvSpPr/>
          <p:nvPr/>
        </p:nvSpPr>
        <p:spPr>
          <a:xfrm>
            <a:off x="5413248" y="1538979"/>
            <a:ext cx="1572768" cy="1298448"/>
          </a:xfrm>
          <a:prstGeom prst="rect">
            <a:avLst/>
          </a:prstGeom>
          <a:solidFill>
            <a:srgbClr val="ed7d31"/>
          </a:solidFill>
          <a:ln w="12700">
            <a:solidFill>
              <a:srgbClr val="ed7d31"/>
            </a:solidFill>
            <a:prstDash val="solid"/>
          </a:ln>
        </p:spPr>
        <p:txBody>
          <a:bodyPr anchor="ctr"/>
          <a:lstStyle/>
          <a:p>
            <a:pPr algn="ctr">
              <a:defRPr/>
            </a:pPr>
            <a:endParaRPr lang="ko-KR" altLang="en-US"/>
          </a:p>
        </p:txBody>
      </p:sp>
      <p:sp>
        <p:nvSpPr>
          <p:cNvPr id="49" name="Text 24"/>
          <p:cNvSpPr/>
          <p:nvPr/>
        </p:nvSpPr>
        <p:spPr>
          <a:xfrm>
            <a:off x="5413248" y="1566411"/>
            <a:ext cx="1572768" cy="228600"/>
          </a:xfrm>
          <a:prstGeom prst="rect">
            <a:avLst/>
          </a:prstGeom>
          <a:noFill/>
          <a:ln/>
        </p:spPr>
        <p:txBody>
          <a:bodyPr wrap="square" anchor="ctr"/>
          <a:lstStyle/>
          <a:p>
            <a:pPr marL="0" indent="0" algn="ctr">
              <a:buNone/>
              <a:defRPr/>
            </a:pPr>
            <a:r>
              <a:rPr lang="en-US" sz="800" b="1">
                <a:solidFill>
                  <a:srgbClr val="ffffff"/>
                </a:solidFill>
                <a:latin typeface="맑은 고딕"/>
                <a:ea typeface="맑은 고딕"/>
                <a:cs typeface="맑은 고딕"/>
              </a:rPr>
              <a:t>STEP 4</a:t>
            </a:r>
            <a:endParaRPr lang="en-US" sz="800"/>
          </a:p>
        </p:txBody>
      </p:sp>
      <p:sp>
        <p:nvSpPr>
          <p:cNvPr id="50" name="Text 25"/>
          <p:cNvSpPr/>
          <p:nvPr/>
        </p:nvSpPr>
        <p:spPr>
          <a:xfrm>
            <a:off x="5413248" y="1776723"/>
            <a:ext cx="1572768" cy="502920"/>
          </a:xfrm>
          <a:prstGeom prst="rect">
            <a:avLst/>
          </a:prstGeom>
          <a:noFill/>
          <a:ln/>
        </p:spPr>
        <p:txBody>
          <a:bodyPr wrap="square" anchor="ctr"/>
          <a:lstStyle/>
          <a:p>
            <a:pPr marL="0" indent="0" algn="ctr">
              <a:lnSpc>
                <a:spcPct val="120000"/>
              </a:lnSpc>
              <a:buNone/>
              <a:defRPr/>
            </a:pPr>
            <a:r>
              <a:rPr lang="en-US" sz="1100" b="1">
                <a:solidFill>
                  <a:srgbClr val="ffffff"/>
                </a:solidFill>
                <a:latin typeface="맑은 고딕"/>
                <a:ea typeface="맑은 고딕"/>
                <a:cs typeface="맑은 고딕"/>
              </a:rPr>
              <a:t>H-Triplet</a:t>
            </a:r>
            <a:endParaRPr lang="en-US" sz="1100" b="1">
              <a:solidFill>
                <a:srgbClr val="ffffff"/>
              </a:solidFill>
              <a:latin typeface="맑은 고딕"/>
              <a:ea typeface="맑은 고딕"/>
              <a:cs typeface="맑은 고딕"/>
            </a:endParaRPr>
          </a:p>
          <a:p>
            <a:pPr marL="0" indent="0" algn="ctr">
              <a:lnSpc>
                <a:spcPct val="120000"/>
              </a:lnSpc>
              <a:buNone/>
              <a:defRPr/>
            </a:pPr>
            <a:r>
              <a:rPr lang="en-US" sz="1100" b="1">
                <a:solidFill>
                  <a:srgbClr val="ffffff"/>
                </a:solidFill>
                <a:latin typeface="맑은 고딕"/>
                <a:ea typeface="맑은 고딕"/>
                <a:cs typeface="맑은 고딕"/>
              </a:rPr>
              <a:t>Loss 학습</a:t>
            </a:r>
            <a:endParaRPr lang="en-US" sz="1100"/>
          </a:p>
        </p:txBody>
      </p:sp>
      <p:sp>
        <p:nvSpPr>
          <p:cNvPr id="51" name="Text 26"/>
          <p:cNvSpPr/>
          <p:nvPr/>
        </p:nvSpPr>
        <p:spPr>
          <a:xfrm>
            <a:off x="5413248" y="2270499"/>
            <a:ext cx="1572768" cy="502920"/>
          </a:xfrm>
          <a:prstGeom prst="rect">
            <a:avLst/>
          </a:prstGeom>
          <a:noFill/>
          <a:ln/>
        </p:spPr>
        <p:txBody>
          <a:bodyPr wrap="square" anchor="t"/>
          <a:lstStyle/>
          <a:p>
            <a:pPr marL="0" indent="0" algn="ctr">
              <a:lnSpc>
                <a:spcPct val="120000"/>
              </a:lnSpc>
              <a:buNone/>
              <a:defRPr/>
            </a:pPr>
            <a:r>
              <a:rPr lang="en-US" sz="850">
                <a:solidFill>
                  <a:srgbClr val="ffe8cc"/>
                </a:solidFill>
                <a:latin typeface="맑은 고딕"/>
                <a:ea typeface="맑은 고딕"/>
                <a:cs typeface="맑은 고딕"/>
              </a:rPr>
              <a:t>가중치 반영</a:t>
            </a:r>
            <a:endParaRPr lang="en-US" sz="850">
              <a:solidFill>
                <a:srgbClr val="ffe8cc"/>
              </a:solidFill>
              <a:latin typeface="맑은 고딕"/>
              <a:ea typeface="맑은 고딕"/>
              <a:cs typeface="맑은 고딕"/>
            </a:endParaRPr>
          </a:p>
          <a:p>
            <a:pPr marL="0" indent="0" algn="ctr">
              <a:lnSpc>
                <a:spcPct val="120000"/>
              </a:lnSpc>
              <a:buNone/>
              <a:defRPr/>
            </a:pPr>
            <a:r>
              <a:rPr lang="en-US" sz="850">
                <a:solidFill>
                  <a:srgbClr val="ffe8cc"/>
                </a:solidFill>
                <a:latin typeface="맑은 고딕"/>
                <a:ea typeface="맑은 고딕"/>
                <a:cs typeface="맑은 고딕"/>
              </a:rPr>
              <a:t>파인튜닝</a:t>
            </a:r>
            <a:endParaRPr lang="en-US" sz="850"/>
          </a:p>
        </p:txBody>
      </p:sp>
      <p:sp>
        <p:nvSpPr>
          <p:cNvPr id="52" name="Shape 27"/>
          <p:cNvSpPr/>
          <p:nvPr/>
        </p:nvSpPr>
        <p:spPr>
          <a:xfrm>
            <a:off x="7004304" y="2188203"/>
            <a:ext cx="365760" cy="0"/>
          </a:xfrm>
          <a:prstGeom prst="line">
            <a:avLst/>
          </a:prstGeom>
          <a:noFill/>
          <a:ln w="15240">
            <a:solidFill>
              <a:srgbClr val="d9d9d9"/>
            </a:solidFill>
            <a:prstDash val="solid"/>
            <a:tailEnd type="arrow"/>
          </a:ln>
        </p:spPr>
        <p:txBody>
          <a:bodyPr wrap="square" anchor="ctr"/>
          <a:lstStyle/>
          <a:p>
            <a:pPr algn="ctr">
              <a:defRPr/>
            </a:pPr>
            <a:endParaRPr lang="ko-KR" altLang="en-US"/>
          </a:p>
        </p:txBody>
      </p:sp>
      <p:sp>
        <p:nvSpPr>
          <p:cNvPr id="53" name="Shape 28"/>
          <p:cNvSpPr/>
          <p:nvPr/>
        </p:nvSpPr>
        <p:spPr>
          <a:xfrm>
            <a:off x="7132320" y="1538979"/>
            <a:ext cx="1572768" cy="1298448"/>
          </a:xfrm>
          <a:prstGeom prst="rect">
            <a:avLst/>
          </a:prstGeom>
          <a:solidFill>
            <a:srgbClr val="534ab7"/>
          </a:solidFill>
          <a:ln w="12700">
            <a:solidFill>
              <a:srgbClr val="534ab7"/>
            </a:solidFill>
            <a:prstDash val="solid"/>
          </a:ln>
        </p:spPr>
        <p:txBody>
          <a:bodyPr anchor="ctr"/>
          <a:lstStyle/>
          <a:p>
            <a:pPr algn="ctr">
              <a:defRPr/>
            </a:pPr>
            <a:endParaRPr lang="ko-KR" altLang="en-US"/>
          </a:p>
        </p:txBody>
      </p:sp>
      <p:sp>
        <p:nvSpPr>
          <p:cNvPr id="54" name="Text 29"/>
          <p:cNvSpPr/>
          <p:nvPr/>
        </p:nvSpPr>
        <p:spPr>
          <a:xfrm>
            <a:off x="7132320" y="1566411"/>
            <a:ext cx="1572768" cy="228600"/>
          </a:xfrm>
          <a:prstGeom prst="rect">
            <a:avLst/>
          </a:prstGeom>
          <a:noFill/>
          <a:ln/>
        </p:spPr>
        <p:txBody>
          <a:bodyPr wrap="square" anchor="ctr"/>
          <a:lstStyle/>
          <a:p>
            <a:pPr marL="0" indent="0" algn="ctr">
              <a:buNone/>
              <a:defRPr/>
            </a:pPr>
            <a:r>
              <a:rPr lang="en-US" sz="800" b="1">
                <a:solidFill>
                  <a:srgbClr val="ffffff"/>
                </a:solidFill>
                <a:latin typeface="맑은 고딕"/>
                <a:ea typeface="맑은 고딕"/>
                <a:cs typeface="맑은 고딕"/>
              </a:rPr>
              <a:t>STEP 5</a:t>
            </a:r>
            <a:endParaRPr lang="en-US" sz="800"/>
          </a:p>
        </p:txBody>
      </p:sp>
      <p:sp>
        <p:nvSpPr>
          <p:cNvPr id="55" name="Text 30"/>
          <p:cNvSpPr/>
          <p:nvPr/>
        </p:nvSpPr>
        <p:spPr>
          <a:xfrm>
            <a:off x="7132320" y="1776723"/>
            <a:ext cx="1572768" cy="502920"/>
          </a:xfrm>
          <a:prstGeom prst="rect">
            <a:avLst/>
          </a:prstGeom>
          <a:noFill/>
          <a:ln/>
        </p:spPr>
        <p:txBody>
          <a:bodyPr wrap="square" anchor="ctr"/>
          <a:lstStyle/>
          <a:p>
            <a:pPr marL="0" indent="0" algn="ctr">
              <a:lnSpc>
                <a:spcPct val="120000"/>
              </a:lnSpc>
              <a:buNone/>
              <a:defRPr/>
            </a:pPr>
            <a:r>
              <a:rPr lang="en-US" sz="1100" b="1">
                <a:solidFill>
                  <a:srgbClr val="ffffff"/>
                </a:solidFill>
                <a:latin typeface="맑은 고딕"/>
                <a:ea typeface="맑은 고딕"/>
                <a:cs typeface="맑은 고딕"/>
              </a:rPr>
              <a:t>4모델</a:t>
            </a:r>
            <a:endParaRPr lang="en-US" sz="1100" b="1">
              <a:solidFill>
                <a:srgbClr val="ffffff"/>
              </a:solidFill>
              <a:latin typeface="맑은 고딕"/>
              <a:ea typeface="맑은 고딕"/>
              <a:cs typeface="맑은 고딕"/>
            </a:endParaRPr>
          </a:p>
          <a:p>
            <a:pPr marL="0" indent="0" algn="ctr">
              <a:lnSpc>
                <a:spcPct val="120000"/>
              </a:lnSpc>
              <a:buNone/>
              <a:defRPr/>
            </a:pPr>
            <a:r>
              <a:rPr lang="en-US" sz="1100" b="1">
                <a:solidFill>
                  <a:srgbClr val="ffffff"/>
                </a:solidFill>
                <a:latin typeface="맑은 고딕"/>
                <a:ea typeface="맑은 고딕"/>
                <a:cs typeface="맑은 고딕"/>
              </a:rPr>
              <a:t>비교 평가</a:t>
            </a:r>
            <a:endParaRPr lang="en-US" sz="1100"/>
          </a:p>
        </p:txBody>
      </p:sp>
      <p:sp>
        <p:nvSpPr>
          <p:cNvPr id="56" name="Text 31"/>
          <p:cNvSpPr/>
          <p:nvPr/>
        </p:nvSpPr>
        <p:spPr>
          <a:xfrm>
            <a:off x="7132320" y="2270499"/>
            <a:ext cx="1572768" cy="502920"/>
          </a:xfrm>
          <a:prstGeom prst="rect">
            <a:avLst/>
          </a:prstGeom>
          <a:noFill/>
          <a:ln/>
        </p:spPr>
        <p:txBody>
          <a:bodyPr wrap="square" anchor="t"/>
          <a:lstStyle/>
          <a:p>
            <a:pPr marL="0" indent="0" algn="ctr">
              <a:lnSpc>
                <a:spcPct val="120000"/>
              </a:lnSpc>
              <a:buNone/>
              <a:defRPr/>
            </a:pPr>
            <a:r>
              <a:rPr lang="en-US" sz="850">
                <a:solidFill>
                  <a:srgbClr val="ddccff"/>
                </a:solidFill>
                <a:latin typeface="맑은 고딕"/>
                <a:ea typeface="맑은 고딕"/>
                <a:cs typeface="맑은 고딕"/>
              </a:rPr>
              <a:t>MRR@10</a:t>
            </a:r>
            <a:endParaRPr lang="en-US" sz="850">
              <a:solidFill>
                <a:srgbClr val="ddccff"/>
              </a:solidFill>
              <a:latin typeface="맑은 고딕"/>
              <a:ea typeface="맑은 고딕"/>
              <a:cs typeface="맑은 고딕"/>
            </a:endParaRPr>
          </a:p>
          <a:p>
            <a:pPr marL="0" indent="0" algn="ctr">
              <a:lnSpc>
                <a:spcPct val="120000"/>
              </a:lnSpc>
              <a:buNone/>
              <a:defRPr/>
            </a:pPr>
            <a:r>
              <a:rPr lang="en-US" sz="850">
                <a:solidFill>
                  <a:srgbClr val="ddccff"/>
                </a:solidFill>
                <a:latin typeface="맑은 고딕"/>
                <a:ea typeface="맑은 고딕"/>
                <a:cs typeface="맑은 고딕"/>
              </a:rPr>
              <a:t>성능 검증</a:t>
            </a:r>
            <a:endParaRPr lang="en-US" sz="850"/>
          </a:p>
        </p:txBody>
      </p:sp>
      <p:sp>
        <p:nvSpPr>
          <p:cNvPr id="57" name="Text 32"/>
          <p:cNvSpPr/>
          <p:nvPr/>
        </p:nvSpPr>
        <p:spPr>
          <a:xfrm>
            <a:off x="274320" y="3002019"/>
            <a:ext cx="8595360" cy="292608"/>
          </a:xfrm>
          <a:prstGeom prst="rect">
            <a:avLst/>
          </a:prstGeom>
          <a:noFill/>
          <a:ln/>
        </p:spPr>
        <p:txBody>
          <a:bodyPr wrap="square" anchor="ctr"/>
          <a:lstStyle/>
          <a:p>
            <a:pPr algn="l">
              <a:lnSpc>
                <a:spcPct val="130000"/>
              </a:lnSpc>
              <a:spcBef>
                <a:spcPts val="600"/>
              </a:spcBef>
              <a:defRPr/>
            </a:pPr>
            <a:r>
              <a:rPr lang="en-US" sz="1300" b="1">
                <a:solidFill>
                  <a:srgbClr val="1b3a6b"/>
                </a:solidFill>
                <a:latin typeface="맑은 고딕"/>
                <a:ea typeface="맑은 고딕"/>
                <a:cs typeface="맑은 고딕"/>
              </a:rPr>
              <a:t>■ </a:t>
            </a:r>
            <a:r>
              <a:rPr lang="ko-KR" altLang="en-US" b="1" kern="0">
                <a:solidFill>
                  <a:schemeClr val="accent1">
                    <a:lumMod val="75000"/>
                  </a:schemeClr>
                </a:solidFill>
                <a:latin typeface="+mn-ea"/>
                <a:ea typeface="+mn-ea"/>
              </a:rPr>
              <a:t>비교 실험 설계 </a:t>
            </a:r>
            <a:r>
              <a:rPr lang="en-US" altLang="ko-KR" b="1" kern="0">
                <a:solidFill>
                  <a:schemeClr val="accent1">
                    <a:lumMod val="75000"/>
                  </a:schemeClr>
                </a:solidFill>
                <a:latin typeface="+mn-ea"/>
                <a:ea typeface="+mn-ea"/>
              </a:rPr>
              <a:t>(4</a:t>
            </a:r>
            <a:r>
              <a:rPr lang="ko-KR" altLang="en-US" b="1" kern="0">
                <a:solidFill>
                  <a:schemeClr val="accent1">
                    <a:lumMod val="75000"/>
                  </a:schemeClr>
                </a:solidFill>
                <a:latin typeface="+mn-ea"/>
                <a:ea typeface="+mn-ea"/>
              </a:rPr>
              <a:t>모델 상호 비교</a:t>
            </a:r>
            <a:r>
              <a:rPr lang="en-US" altLang="ko-KR" b="1" kern="0">
                <a:solidFill>
                  <a:schemeClr val="accent1">
                    <a:lumMod val="75000"/>
                  </a:schemeClr>
                </a:solidFill>
                <a:latin typeface="+mn-ea"/>
                <a:ea typeface="+mn-ea"/>
              </a:rPr>
              <a:t>)</a:t>
            </a:r>
            <a:endParaRPr lang="en-US" altLang="ko-KR" b="1" kern="0">
              <a:solidFill>
                <a:schemeClr val="accent1">
                  <a:lumMod val="75000"/>
                </a:schemeClr>
              </a:solidFill>
              <a:latin typeface="+mn-ea"/>
              <a:ea typeface="+mn-ea"/>
            </a:endParaRPr>
          </a:p>
        </p:txBody>
      </p:sp>
      <p:graphicFrame>
        <p:nvGraphicFramePr>
          <p:cNvPr id="58" name="Table 0"/>
          <p:cNvGraphicFramePr>
            <a:graphicFrameLocks noGrp="1"/>
          </p:cNvGraphicFramePr>
          <p:nvPr/>
        </p:nvGraphicFramePr>
        <p:xfrm>
          <a:off x="274320" y="3312915"/>
          <a:ext cx="8595360" cy="1600200"/>
        </p:xfrm>
        <a:graphic>
          <a:graphicData uri="http://schemas.openxmlformats.org/drawingml/2006/table">
            <a:tbl>
              <a:tblGrid>
                <a:gridCol w="1097280"/>
                <a:gridCol w="2560320"/>
                <a:gridCol w="2560320"/>
                <a:gridCol w="2377440"/>
              </a:tblGrid>
              <a:tr h="320040">
                <a:tc>
                  <a:txBody>
                    <a:bodyPr vert="horz" lIns="91440" tIns="45720" rIns="91440" bIns="45720" anchor="ctr" anchorCtr="0"/>
                    <a:p>
                      <a:pPr marL="0" indent="0" algn="ctr">
                        <a:buNone/>
                        <a:defRPr/>
                      </a:pPr>
                      <a:r>
                        <a:rPr lang="en-US" sz="950" b="1">
                          <a:solidFill>
                            <a:srgbClr val="ffffff"/>
                          </a:solidFill>
                          <a:latin typeface="맑은 고딕"/>
                          <a:ea typeface="맑은 고딕"/>
                          <a:cs typeface="맑은 고딕"/>
                        </a:rPr>
                        <a:t>모델</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1b3a6b"/>
                    </a:solidFill>
                  </a:tcPr>
                </a:tc>
                <a:tc>
                  <a:txBody>
                    <a:bodyPr vert="horz" lIns="91440" tIns="45720" rIns="91440" bIns="45720" anchor="ctr" anchorCtr="0"/>
                    <a:p>
                      <a:pPr marL="0" indent="0" algn="ctr">
                        <a:buNone/>
                        <a:defRPr/>
                      </a:pPr>
                      <a:r>
                        <a:rPr lang="en-US" sz="950" b="1">
                          <a:solidFill>
                            <a:srgbClr val="ffffff"/>
                          </a:solidFill>
                          <a:latin typeface="맑은 고딕"/>
                          <a:ea typeface="맑은 고딕"/>
                          <a:cs typeface="맑은 고딕"/>
                        </a:rPr>
                        <a:t>방법론</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1b3a6b"/>
                    </a:solidFill>
                  </a:tcPr>
                </a:tc>
                <a:tc>
                  <a:txBody>
                    <a:bodyPr vert="horz" lIns="91440" tIns="45720" rIns="91440" bIns="45720" anchor="ctr" anchorCtr="0"/>
                    <a:p>
                      <a:pPr marL="0" indent="0" algn="ctr">
                        <a:buNone/>
                        <a:defRPr/>
                      </a:pPr>
                      <a:r>
                        <a:rPr lang="en-US" sz="950" b="1">
                          <a:solidFill>
                            <a:srgbClr val="ffffff"/>
                          </a:solidFill>
                          <a:latin typeface="맑은 고딕"/>
                          <a:ea typeface="맑은 고딕"/>
                          <a:cs typeface="맑은 고딕"/>
                        </a:rPr>
                        <a:t>특징</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1b3a6b"/>
                    </a:solidFill>
                  </a:tcPr>
                </a:tc>
                <a:tc>
                  <a:txBody>
                    <a:bodyPr vert="horz" lIns="91440" tIns="45720" rIns="91440" bIns="45720" anchor="ctr" anchorCtr="0"/>
                    <a:p>
                      <a:pPr marL="0" indent="0" algn="ctr">
                        <a:buNone/>
                        <a:defRPr/>
                      </a:pPr>
                      <a:r>
                        <a:rPr lang="en-US" sz="950" b="1">
                          <a:solidFill>
                            <a:srgbClr val="ffffff"/>
                          </a:solidFill>
                          <a:latin typeface="맑은 고딕"/>
                          <a:ea typeface="맑은 고딕"/>
                          <a:cs typeface="맑은 고딕"/>
                        </a:rPr>
                        <a:t>역할</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1b3a6b"/>
                    </a:solidFill>
                  </a:tcPr>
                </a:tc>
              </a:tr>
              <a:tr h="320040">
                <a:tc>
                  <a:txBody>
                    <a:bodyPr vert="horz" lIns="91440" tIns="45720" rIns="91440" bIns="45720" anchor="ctr" anchorCtr="0"/>
                    <a:p>
                      <a:pPr marL="0" indent="0" algn="ctr">
                        <a:buNone/>
                        <a:defRPr/>
                      </a:pPr>
                      <a:r>
                        <a:rPr lang="en-US" sz="950" b="1">
                          <a:solidFill>
                            <a:srgbClr val="000000"/>
                          </a:solidFill>
                          <a:latin typeface="맑은 고딕"/>
                          <a:ea typeface="맑은 고딕"/>
                          <a:cs typeface="맑은 고딕"/>
                        </a:rPr>
                        <a:t>모델 0</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f2f2f2"/>
                    </a:solidFill>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범용 한국어 SBERT</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일반 텍스트 학습</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a:solidFill>
                            <a:srgbClr val="595959"/>
                          </a:solidFill>
                          <a:latin typeface="맑은 고딕"/>
                          <a:ea typeface="맑은 고딕"/>
                          <a:cs typeface="맑은 고딕"/>
                        </a:rPr>
                        <a:t>최저 베이스라인</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r>
              <a:tr h="320040">
                <a:tc>
                  <a:txBody>
                    <a:bodyPr vert="horz" lIns="91440" tIns="45720" rIns="91440" bIns="45720" anchor="ctr" anchorCtr="0"/>
                    <a:p>
                      <a:pPr marL="0" indent="0" algn="ctr">
                        <a:buNone/>
                        <a:defRPr/>
                      </a:pPr>
                      <a:r>
                        <a:rPr lang="en-US" sz="950" b="1">
                          <a:solidFill>
                            <a:srgbClr val="000000"/>
                          </a:solidFill>
                          <a:latin typeface="맑은 고딕"/>
                          <a:ea typeface="맑은 고딕"/>
                          <a:cs typeface="맑은 고딕"/>
                        </a:rPr>
                        <a:t>모델 1</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f2f2f2"/>
                    </a:solidFill>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SBERT + 일반 Triplet Loss</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KorNLI 파인튜닝</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a:solidFill>
                            <a:srgbClr val="185fa5"/>
                          </a:solidFill>
                          <a:latin typeface="맑은 고딕"/>
                          <a:ea typeface="맑은 고딕"/>
                          <a:cs typeface="맑은 고딕"/>
                        </a:rPr>
                        <a:t>파인튜닝 베이스라인</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r>
              <a:tr h="320040">
                <a:tc>
                  <a:txBody>
                    <a:bodyPr vert="horz" lIns="91440" tIns="45720" rIns="91440" bIns="45720" anchor="ctr" anchorCtr="0"/>
                    <a:p>
                      <a:pPr marL="0" indent="0" algn="ctr">
                        <a:buNone/>
                        <a:defRPr/>
                      </a:pPr>
                      <a:r>
                        <a:rPr lang="en-US" sz="950" b="1">
                          <a:solidFill>
                            <a:srgbClr val="000000"/>
                          </a:solidFill>
                          <a:latin typeface="맑은 고딕"/>
                          <a:ea typeface="맑은 고딕"/>
                          <a:cs typeface="맑은 고딕"/>
                        </a:rPr>
                        <a:t>모델 2</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f2f2f2"/>
                    </a:solidFill>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SimCSE + 웨이퍼 데이터</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대조학습 기반</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a:solidFill>
                            <a:srgbClr val="1d9e75"/>
                          </a:solidFill>
                          <a:latin typeface="맑은 고딕"/>
                          <a:ea typeface="맑은 고딕"/>
                          <a:cs typeface="맑은 고딕"/>
                        </a:rPr>
                        <a:t>비교 모델</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r>
              <a:tr h="320040">
                <a:tc>
                  <a:txBody>
                    <a:bodyPr vert="horz" lIns="91440" tIns="45720" rIns="91440" bIns="45720" anchor="ctr" anchorCtr="0"/>
                    <a:p>
                      <a:pPr marL="0" indent="0" algn="ctr">
                        <a:buNone/>
                        <a:defRPr/>
                      </a:pPr>
                      <a:r>
                        <a:rPr lang="en-US" sz="950" b="1">
                          <a:solidFill>
                            <a:srgbClr val="185fa5"/>
                          </a:solidFill>
                          <a:latin typeface="맑은 고딕"/>
                          <a:ea typeface="맑은 고딕"/>
                          <a:cs typeface="맑은 고딕"/>
                        </a:rPr>
                        <a:t>모델 3 ★</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e8f2fb"/>
                    </a:solidFill>
                  </a:tcPr>
                </a:tc>
                <a:tc>
                  <a:txBody>
                    <a:bodyPr vert="horz" lIns="91440" tIns="45720" rIns="91440" bIns="45720" anchor="ctr" anchorCtr="0"/>
                    <a:p>
                      <a:pPr marL="0" indent="0" algn="ctr">
                        <a:buNone/>
                        <a:defRPr/>
                      </a:pPr>
                      <a:r>
                        <a:rPr lang="en-US" sz="950" b="1">
                          <a:solidFill>
                            <a:srgbClr val="185fa5"/>
                          </a:solidFill>
                          <a:latin typeface="맑은 고딕"/>
                          <a:ea typeface="맑은 고딕"/>
                          <a:cs typeface="맑은 고딕"/>
                        </a:rPr>
                        <a:t>SBERT + Hierarchical Triplet</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b="1">
                          <a:solidFill>
                            <a:srgbClr val="185fa5"/>
                          </a:solidFill>
                          <a:latin typeface="맑은 고딕"/>
                          <a:ea typeface="맑은 고딕"/>
                          <a:cs typeface="맑은 고딕"/>
                        </a:rPr>
                        <a:t>계층 가중치 Loss 적용</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b="1">
                          <a:solidFill>
                            <a:srgbClr val="185fa5"/>
                          </a:solidFill>
                          <a:latin typeface="맑은 고딕"/>
                          <a:ea typeface="맑은 고딕"/>
                          <a:cs typeface="맑은 고딕"/>
                        </a:rPr>
                        <a:t>제안 모델</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lvl="0">
              <a:defRPr/>
            </a:pPr>
            <a:r>
              <a:rPr lang="ko-KR" altLang="en-US"/>
              <a:t>방법 및 구현 </a:t>
            </a:r>
            <a:r>
              <a:rPr lang="en-US" altLang="ko-KR"/>
              <a:t>(Methodology &amp; Implementation)</a:t>
            </a:r>
            <a:endParaRPr lang="ko-KR" altLang="en-US"/>
          </a:p>
        </p:txBody>
      </p:sp>
      <p:sp>
        <p:nvSpPr>
          <p:cNvPr id="59" name="Text 7"/>
          <p:cNvSpPr/>
          <p:nvPr/>
        </p:nvSpPr>
        <p:spPr>
          <a:xfrm>
            <a:off x="274320" y="1106424"/>
            <a:ext cx="8595360" cy="320040"/>
          </a:xfrm>
          <a:prstGeom prst="rect">
            <a:avLst/>
          </a:prstGeom>
          <a:noFill/>
          <a:ln/>
        </p:spPr>
        <p:txBody>
          <a:bodyPr wrap="square" anchor="ctr"/>
          <a:lstStyle/>
          <a:p>
            <a:pPr marL="0" indent="0" algn="l">
              <a:buNone/>
              <a:defRPr/>
            </a:pPr>
            <a:r>
              <a:rPr lang="en-US" sz="1400" b="1">
                <a:solidFill>
                  <a:srgbClr val="1b3a6b"/>
                </a:solidFill>
                <a:latin typeface="맑은 고딕"/>
                <a:ea typeface="맑은 고딕"/>
                <a:cs typeface="맑은 고딕"/>
              </a:rPr>
              <a:t>■ </a:t>
            </a:r>
            <a:r>
              <a:rPr lang="en-US" b="1">
                <a:solidFill>
                  <a:srgbClr val="203a7b"/>
                </a:solidFill>
                <a:latin typeface="맑은 고딕"/>
                <a:ea typeface="맑은 고딕"/>
                <a:cs typeface="맑은 고딕"/>
              </a:rPr>
              <a:t>Hierarchical Triplet Loss 핵심 메커니즘</a:t>
            </a:r>
            <a:endParaRPr lang="en-US">
              <a:solidFill>
                <a:srgbClr val="203a7b"/>
              </a:solidFill>
            </a:endParaRPr>
          </a:p>
        </p:txBody>
      </p:sp>
      <p:sp>
        <p:nvSpPr>
          <p:cNvPr id="60" name="Shape 8"/>
          <p:cNvSpPr/>
          <p:nvPr/>
        </p:nvSpPr>
        <p:spPr>
          <a:xfrm>
            <a:off x="228600" y="1472184"/>
            <a:ext cx="3200400" cy="2606040"/>
          </a:xfrm>
          <a:prstGeom prst="rect">
            <a:avLst/>
          </a:prstGeom>
          <a:solidFill>
            <a:srgbClr val="f4f6fa"/>
          </a:solidFill>
          <a:ln w="12700">
            <a:solidFill>
              <a:srgbClr val="1b3a6b"/>
            </a:solidFill>
            <a:prstDash val="solid"/>
          </a:ln>
        </p:spPr>
        <p:txBody>
          <a:bodyPr anchor="ctr"/>
          <a:lstStyle/>
          <a:p>
            <a:pPr algn="ctr">
              <a:defRPr/>
            </a:pPr>
            <a:endParaRPr lang="ko-KR" altLang="en-US"/>
          </a:p>
        </p:txBody>
      </p:sp>
      <p:sp>
        <p:nvSpPr>
          <p:cNvPr id="61" name="Text 9"/>
          <p:cNvSpPr/>
          <p:nvPr/>
        </p:nvSpPr>
        <p:spPr>
          <a:xfrm>
            <a:off x="228600" y="1472184"/>
            <a:ext cx="3200400" cy="274320"/>
          </a:xfrm>
          <a:prstGeom prst="rect">
            <a:avLst/>
          </a:prstGeom>
          <a:noFill/>
          <a:ln/>
        </p:spPr>
        <p:txBody>
          <a:bodyPr wrap="square" anchor="ctr"/>
          <a:lstStyle/>
          <a:p>
            <a:pPr marL="0" indent="0" algn="ctr">
              <a:buNone/>
              <a:defRPr/>
            </a:pPr>
            <a:r>
              <a:rPr lang="en-US" sz="950" b="1">
                <a:solidFill>
                  <a:srgbClr val="1b3a6b"/>
                </a:solidFill>
                <a:latin typeface="맑은 고딕"/>
                <a:ea typeface="맑은 고딕"/>
                <a:cs typeface="맑은 고딕"/>
              </a:rPr>
              <a:t>웨이퍼 불량 계층 구조</a:t>
            </a:r>
            <a:endParaRPr lang="en-US" sz="950"/>
          </a:p>
        </p:txBody>
      </p:sp>
      <p:sp>
        <p:nvSpPr>
          <p:cNvPr id="62" name="Text 10"/>
          <p:cNvSpPr/>
          <p:nvPr/>
        </p:nvSpPr>
        <p:spPr>
          <a:xfrm>
            <a:off x="320040" y="1783080"/>
            <a:ext cx="3017520" cy="237744"/>
          </a:xfrm>
          <a:prstGeom prst="rect">
            <a:avLst/>
          </a:prstGeom>
          <a:noFill/>
          <a:ln/>
        </p:spPr>
        <p:txBody>
          <a:bodyPr wrap="square" anchor="ctr"/>
          <a:lstStyle/>
          <a:p>
            <a:pPr marL="0" indent="0">
              <a:buNone/>
              <a:defRPr/>
            </a:pPr>
            <a:r>
              <a:rPr lang="en-US" sz="900" b="1">
                <a:solidFill>
                  <a:srgbClr val="1b3a6b"/>
                </a:solidFill>
                <a:latin typeface="맑은 고딕"/>
                <a:ea typeface="맑은 고딕"/>
                <a:cs typeface="맑은 고딕"/>
              </a:rPr>
              <a:t>Level 1 (대분류)</a:t>
            </a:r>
            <a:endParaRPr lang="en-US" sz="900"/>
          </a:p>
        </p:txBody>
      </p:sp>
      <p:sp>
        <p:nvSpPr>
          <p:cNvPr id="63" name="Text 11"/>
          <p:cNvSpPr/>
          <p:nvPr/>
        </p:nvSpPr>
        <p:spPr>
          <a:xfrm>
            <a:off x="320040" y="2002536"/>
            <a:ext cx="3017520" cy="237744"/>
          </a:xfrm>
          <a:prstGeom prst="rect">
            <a:avLst/>
          </a:prstGeom>
          <a:noFill/>
          <a:ln/>
        </p:spPr>
        <p:txBody>
          <a:bodyPr wrap="square" anchor="ctr"/>
          <a:lstStyle/>
          <a:p>
            <a:pPr marL="0" indent="0">
              <a:buNone/>
              <a:defRPr/>
            </a:pPr>
            <a:r>
              <a:rPr lang="en-US" sz="900">
                <a:solidFill>
                  <a:srgbClr val="595959"/>
                </a:solidFill>
                <a:latin typeface="맑은 고딕"/>
                <a:ea typeface="맑은 고딕"/>
                <a:cs typeface="맑은 고딕"/>
              </a:rPr>
              <a:t>표면불량 / 구조적불량 / 전기적불량</a:t>
            </a:r>
            <a:endParaRPr lang="en-US" sz="900"/>
          </a:p>
        </p:txBody>
      </p:sp>
      <p:sp>
        <p:nvSpPr>
          <p:cNvPr id="64" name="Text 12"/>
          <p:cNvSpPr/>
          <p:nvPr/>
        </p:nvSpPr>
        <p:spPr>
          <a:xfrm>
            <a:off x="320040" y="2295144"/>
            <a:ext cx="3017520" cy="237744"/>
          </a:xfrm>
          <a:prstGeom prst="rect">
            <a:avLst/>
          </a:prstGeom>
          <a:noFill/>
          <a:ln/>
        </p:spPr>
        <p:txBody>
          <a:bodyPr wrap="square" anchor="ctr"/>
          <a:lstStyle/>
          <a:p>
            <a:pPr marL="0" indent="0">
              <a:buNone/>
              <a:defRPr/>
            </a:pPr>
            <a:r>
              <a:rPr lang="en-US" sz="900" b="1">
                <a:solidFill>
                  <a:srgbClr val="185fa5"/>
                </a:solidFill>
                <a:latin typeface="맑은 고딕"/>
                <a:ea typeface="맑은 고딕"/>
                <a:cs typeface="맑은 고딕"/>
              </a:rPr>
              <a:t>Level 2 (중분류)</a:t>
            </a:r>
            <a:endParaRPr lang="en-US" sz="900"/>
          </a:p>
        </p:txBody>
      </p:sp>
      <p:sp>
        <p:nvSpPr>
          <p:cNvPr id="65" name="Text 13"/>
          <p:cNvSpPr/>
          <p:nvPr/>
        </p:nvSpPr>
        <p:spPr>
          <a:xfrm>
            <a:off x="320040" y="2514600"/>
            <a:ext cx="3017520" cy="237744"/>
          </a:xfrm>
          <a:prstGeom prst="rect">
            <a:avLst/>
          </a:prstGeom>
          <a:noFill/>
          <a:ln/>
        </p:spPr>
        <p:txBody>
          <a:bodyPr wrap="square" anchor="ctr"/>
          <a:lstStyle/>
          <a:p>
            <a:pPr marL="0" indent="0">
              <a:buNone/>
              <a:defRPr/>
            </a:pPr>
            <a:r>
              <a:rPr lang="en-US" sz="900">
                <a:solidFill>
                  <a:srgbClr val="595959"/>
                </a:solidFill>
                <a:latin typeface="맑은 고딕"/>
                <a:ea typeface="맑은 고딕"/>
                <a:cs typeface="맑은 고딕"/>
              </a:rPr>
              <a:t>파티클 / 스크래치 / 오염</a:t>
            </a:r>
            <a:endParaRPr lang="en-US" sz="900"/>
          </a:p>
        </p:txBody>
      </p:sp>
      <p:sp>
        <p:nvSpPr>
          <p:cNvPr id="66" name="Text 14"/>
          <p:cNvSpPr/>
          <p:nvPr/>
        </p:nvSpPr>
        <p:spPr>
          <a:xfrm>
            <a:off x="320040" y="2807208"/>
            <a:ext cx="3017520" cy="237744"/>
          </a:xfrm>
          <a:prstGeom prst="rect">
            <a:avLst/>
          </a:prstGeom>
          <a:noFill/>
          <a:ln/>
        </p:spPr>
        <p:txBody>
          <a:bodyPr wrap="square" anchor="ctr"/>
          <a:lstStyle/>
          <a:p>
            <a:pPr marL="0" indent="0">
              <a:buNone/>
              <a:defRPr/>
            </a:pPr>
            <a:r>
              <a:rPr lang="en-US" sz="900" b="1">
                <a:solidFill>
                  <a:srgbClr val="1d9e75"/>
                </a:solidFill>
                <a:latin typeface="맑은 고딕"/>
                <a:ea typeface="맑은 고딕"/>
                <a:cs typeface="맑은 고딕"/>
              </a:rPr>
              <a:t>Level 3 (소분류)</a:t>
            </a:r>
            <a:endParaRPr lang="en-US" sz="900"/>
          </a:p>
        </p:txBody>
      </p:sp>
      <p:sp>
        <p:nvSpPr>
          <p:cNvPr id="67" name="Text 15"/>
          <p:cNvSpPr/>
          <p:nvPr/>
        </p:nvSpPr>
        <p:spPr>
          <a:xfrm>
            <a:off x="320040" y="3026664"/>
            <a:ext cx="3017520" cy="237744"/>
          </a:xfrm>
          <a:prstGeom prst="rect">
            <a:avLst/>
          </a:prstGeom>
          <a:noFill/>
          <a:ln/>
        </p:spPr>
        <p:txBody>
          <a:bodyPr wrap="square" anchor="ctr"/>
          <a:lstStyle/>
          <a:p>
            <a:pPr marL="0" indent="0">
              <a:buNone/>
              <a:defRPr/>
            </a:pPr>
            <a:r>
              <a:rPr lang="en-US" sz="900">
                <a:solidFill>
                  <a:srgbClr val="595959"/>
                </a:solidFill>
                <a:latin typeface="맑은 고딕"/>
                <a:ea typeface="맑은 고딕"/>
                <a:cs typeface="맑은 고딕"/>
              </a:rPr>
              <a:t>파티클 밀도 초과</a:t>
            </a:r>
            <a:endParaRPr lang="en-US" sz="900"/>
          </a:p>
        </p:txBody>
      </p:sp>
      <p:sp>
        <p:nvSpPr>
          <p:cNvPr id="68" name="Text 16"/>
          <p:cNvSpPr/>
          <p:nvPr/>
        </p:nvSpPr>
        <p:spPr>
          <a:xfrm>
            <a:off x="320040" y="3227832"/>
            <a:ext cx="3017520" cy="237744"/>
          </a:xfrm>
          <a:prstGeom prst="rect">
            <a:avLst/>
          </a:prstGeom>
          <a:noFill/>
          <a:ln/>
        </p:spPr>
        <p:txBody>
          <a:bodyPr wrap="square" anchor="ctr"/>
          <a:lstStyle/>
          <a:p>
            <a:pPr marL="0" indent="0">
              <a:buNone/>
              <a:defRPr/>
            </a:pPr>
            <a:r>
              <a:rPr lang="en-US" sz="900">
                <a:solidFill>
                  <a:srgbClr val="595959"/>
                </a:solidFill>
                <a:latin typeface="맑은 고딕"/>
                <a:ea typeface="맑은 고딕"/>
                <a:cs typeface="맑은 고딕"/>
              </a:rPr>
              <a:t>파티클 크기 초과</a:t>
            </a:r>
            <a:endParaRPr lang="en-US" sz="900"/>
          </a:p>
        </p:txBody>
      </p:sp>
      <p:sp>
        <p:nvSpPr>
          <p:cNvPr id="69" name="Text 17"/>
          <p:cNvSpPr/>
          <p:nvPr/>
        </p:nvSpPr>
        <p:spPr>
          <a:xfrm>
            <a:off x="320040" y="3429000"/>
            <a:ext cx="3017520" cy="237744"/>
          </a:xfrm>
          <a:prstGeom prst="rect">
            <a:avLst/>
          </a:prstGeom>
          <a:noFill/>
          <a:ln/>
        </p:spPr>
        <p:txBody>
          <a:bodyPr wrap="square" anchor="ctr"/>
          <a:lstStyle/>
          <a:p>
            <a:pPr marL="0" indent="0">
              <a:buNone/>
              <a:defRPr/>
            </a:pPr>
            <a:r>
              <a:rPr lang="en-US" sz="900">
                <a:solidFill>
                  <a:srgbClr val="595959"/>
                </a:solidFill>
                <a:latin typeface="맑은 고딕"/>
                <a:ea typeface="맑은 고딕"/>
                <a:cs typeface="맑은 고딕"/>
              </a:rPr>
              <a:t>금속성 파티클</a:t>
            </a:r>
            <a:endParaRPr lang="en-US" sz="900"/>
          </a:p>
        </p:txBody>
      </p:sp>
      <p:sp>
        <p:nvSpPr>
          <p:cNvPr id="70" name="Shape 18"/>
          <p:cNvSpPr/>
          <p:nvPr/>
        </p:nvSpPr>
        <p:spPr>
          <a:xfrm>
            <a:off x="3611880" y="1472184"/>
            <a:ext cx="5303520" cy="2606040"/>
          </a:xfrm>
          <a:prstGeom prst="rect">
            <a:avLst/>
          </a:prstGeom>
          <a:solidFill>
            <a:srgbClr val="f4f6fa"/>
          </a:solidFill>
          <a:ln w="12700">
            <a:solidFill>
              <a:srgbClr val="a32d2d"/>
            </a:solidFill>
            <a:prstDash val="solid"/>
          </a:ln>
        </p:spPr>
        <p:txBody>
          <a:bodyPr anchor="ctr"/>
          <a:lstStyle/>
          <a:p>
            <a:pPr algn="ctr">
              <a:defRPr/>
            </a:pPr>
            <a:endParaRPr lang="ko-KR" altLang="en-US"/>
          </a:p>
        </p:txBody>
      </p:sp>
      <p:sp>
        <p:nvSpPr>
          <p:cNvPr id="71" name="Text 19"/>
          <p:cNvSpPr/>
          <p:nvPr/>
        </p:nvSpPr>
        <p:spPr>
          <a:xfrm>
            <a:off x="3611880" y="1472184"/>
            <a:ext cx="5303520" cy="274320"/>
          </a:xfrm>
          <a:prstGeom prst="rect">
            <a:avLst/>
          </a:prstGeom>
          <a:noFill/>
          <a:ln/>
        </p:spPr>
        <p:txBody>
          <a:bodyPr wrap="square" anchor="ctr"/>
          <a:lstStyle/>
          <a:p>
            <a:pPr marL="0" indent="0" algn="ctr">
              <a:buNone/>
              <a:defRPr/>
            </a:pPr>
            <a:r>
              <a:rPr lang="en-US" sz="950" b="1">
                <a:solidFill>
                  <a:srgbClr val="a32d2d"/>
                </a:solidFill>
                <a:latin typeface="맑은 고딕"/>
                <a:ea typeface="맑은 고딕"/>
                <a:cs typeface="맑은 고딕"/>
              </a:rPr>
              <a:t>계층 거리별 Loss 가중치 적용</a:t>
            </a:r>
            <a:endParaRPr lang="en-US" sz="950"/>
          </a:p>
        </p:txBody>
      </p:sp>
      <p:sp>
        <p:nvSpPr>
          <p:cNvPr id="72" name="Shape 20"/>
          <p:cNvSpPr/>
          <p:nvPr/>
        </p:nvSpPr>
        <p:spPr>
          <a:xfrm>
            <a:off x="3703320" y="1810512"/>
            <a:ext cx="5120640" cy="658368"/>
          </a:xfrm>
          <a:prstGeom prst="rect">
            <a:avLst/>
          </a:prstGeom>
          <a:solidFill>
            <a:srgbClr val="fff0f0"/>
          </a:solidFill>
          <a:ln w="10160">
            <a:solidFill>
              <a:srgbClr val="a32d2d"/>
            </a:solidFill>
            <a:prstDash val="solid"/>
          </a:ln>
        </p:spPr>
        <p:txBody>
          <a:bodyPr anchor="ctr"/>
          <a:lstStyle/>
          <a:p>
            <a:pPr algn="ctr">
              <a:defRPr/>
            </a:pPr>
            <a:endParaRPr lang="ko-KR" altLang="en-US"/>
          </a:p>
        </p:txBody>
      </p:sp>
      <p:sp>
        <p:nvSpPr>
          <p:cNvPr id="73" name="Text 21"/>
          <p:cNvSpPr/>
          <p:nvPr/>
        </p:nvSpPr>
        <p:spPr>
          <a:xfrm>
            <a:off x="3794760" y="1847088"/>
            <a:ext cx="3474720" cy="228600"/>
          </a:xfrm>
          <a:prstGeom prst="rect">
            <a:avLst/>
          </a:prstGeom>
          <a:noFill/>
          <a:ln/>
        </p:spPr>
        <p:txBody>
          <a:bodyPr wrap="square" anchor="ctr"/>
          <a:lstStyle/>
          <a:p>
            <a:pPr marL="0" indent="0">
              <a:buNone/>
              <a:defRPr/>
            </a:pPr>
            <a:r>
              <a:rPr lang="en-US" sz="900" b="1">
                <a:solidFill>
                  <a:srgbClr val="a32d2d"/>
                </a:solidFill>
                <a:latin typeface="맑은 고딕"/>
                <a:ea typeface="맑은 고딕"/>
                <a:cs typeface="맑은 고딕"/>
              </a:rPr>
              <a:t>계층거리 1 (소분류 내)</a:t>
            </a:r>
            <a:endParaRPr lang="en-US" sz="900"/>
          </a:p>
        </p:txBody>
      </p:sp>
      <p:sp>
        <p:nvSpPr>
          <p:cNvPr id="74" name="Text 22"/>
          <p:cNvSpPr/>
          <p:nvPr/>
        </p:nvSpPr>
        <p:spPr>
          <a:xfrm>
            <a:off x="3794760" y="2066544"/>
            <a:ext cx="3840480" cy="201168"/>
          </a:xfrm>
          <a:prstGeom prst="rect">
            <a:avLst/>
          </a:prstGeom>
          <a:noFill/>
          <a:ln/>
        </p:spPr>
        <p:txBody>
          <a:bodyPr wrap="square" anchor="ctr"/>
          <a:lstStyle/>
          <a:p>
            <a:pPr marL="0" indent="0">
              <a:buNone/>
              <a:defRPr/>
            </a:pPr>
            <a:r>
              <a:rPr lang="en-US" sz="850">
                <a:solidFill>
                  <a:srgbClr val="595959"/>
                </a:solidFill>
                <a:latin typeface="맑은 고딕"/>
                <a:ea typeface="맑은 고딕"/>
                <a:cs typeface="맑은 고딕"/>
              </a:rPr>
              <a:t>Negative: 파티클 밀도 vs 파티클 크기</a:t>
            </a:r>
            <a:endParaRPr lang="en-US" sz="850"/>
          </a:p>
        </p:txBody>
      </p:sp>
      <p:sp>
        <p:nvSpPr>
          <p:cNvPr id="75" name="Text 23"/>
          <p:cNvSpPr/>
          <p:nvPr/>
        </p:nvSpPr>
        <p:spPr>
          <a:xfrm>
            <a:off x="7452360" y="1938528"/>
            <a:ext cx="1280160" cy="320040"/>
          </a:xfrm>
          <a:prstGeom prst="rect">
            <a:avLst/>
          </a:prstGeom>
          <a:noFill/>
          <a:ln/>
        </p:spPr>
        <p:txBody>
          <a:bodyPr wrap="square" anchor="ctr"/>
          <a:lstStyle/>
          <a:p>
            <a:pPr marL="0" indent="0" algn="ctr">
              <a:buNone/>
              <a:defRPr/>
            </a:pPr>
            <a:r>
              <a:rPr lang="en-US" sz="1400" b="1">
                <a:solidFill>
                  <a:srgbClr val="a32d2d"/>
                </a:solidFill>
                <a:latin typeface="맑은 고딕"/>
                <a:ea typeface="맑은 고딕"/>
                <a:cs typeface="맑은 고딕"/>
              </a:rPr>
              <a:t>w = 1.5</a:t>
            </a:r>
            <a:endParaRPr lang="en-US" sz="1400"/>
          </a:p>
        </p:txBody>
      </p:sp>
      <p:sp>
        <p:nvSpPr>
          <p:cNvPr id="76" name="Shape 24"/>
          <p:cNvSpPr/>
          <p:nvPr/>
        </p:nvSpPr>
        <p:spPr>
          <a:xfrm>
            <a:off x="3703320" y="2560320"/>
            <a:ext cx="5120640" cy="658368"/>
          </a:xfrm>
          <a:prstGeom prst="rect">
            <a:avLst/>
          </a:prstGeom>
          <a:solidFill>
            <a:srgbClr val="fff8ec"/>
          </a:solidFill>
          <a:ln w="10160">
            <a:solidFill>
              <a:srgbClr val="ed7d31"/>
            </a:solidFill>
            <a:prstDash val="solid"/>
          </a:ln>
        </p:spPr>
        <p:txBody>
          <a:bodyPr anchor="ctr"/>
          <a:lstStyle/>
          <a:p>
            <a:pPr algn="ctr">
              <a:defRPr/>
            </a:pPr>
            <a:endParaRPr lang="ko-KR" altLang="en-US"/>
          </a:p>
        </p:txBody>
      </p:sp>
      <p:sp>
        <p:nvSpPr>
          <p:cNvPr id="77" name="Text 25"/>
          <p:cNvSpPr/>
          <p:nvPr/>
        </p:nvSpPr>
        <p:spPr>
          <a:xfrm>
            <a:off x="3794760" y="2596896"/>
            <a:ext cx="3474720" cy="228600"/>
          </a:xfrm>
          <a:prstGeom prst="rect">
            <a:avLst/>
          </a:prstGeom>
          <a:noFill/>
          <a:ln/>
        </p:spPr>
        <p:txBody>
          <a:bodyPr wrap="square" anchor="ctr"/>
          <a:lstStyle/>
          <a:p>
            <a:pPr marL="0" indent="0">
              <a:buNone/>
              <a:defRPr/>
            </a:pPr>
            <a:r>
              <a:rPr lang="en-US" sz="900" b="1">
                <a:solidFill>
                  <a:srgbClr val="ed7d31"/>
                </a:solidFill>
                <a:latin typeface="맑은 고딕"/>
                <a:ea typeface="맑은 고딕"/>
                <a:cs typeface="맑은 고딕"/>
              </a:rPr>
              <a:t>계층거리 2 (중분류 내)</a:t>
            </a:r>
            <a:endParaRPr lang="en-US" sz="900"/>
          </a:p>
        </p:txBody>
      </p:sp>
      <p:sp>
        <p:nvSpPr>
          <p:cNvPr id="78" name="Text 26"/>
          <p:cNvSpPr/>
          <p:nvPr/>
        </p:nvSpPr>
        <p:spPr>
          <a:xfrm>
            <a:off x="3794760" y="2816352"/>
            <a:ext cx="3840480" cy="201168"/>
          </a:xfrm>
          <a:prstGeom prst="rect">
            <a:avLst/>
          </a:prstGeom>
          <a:noFill/>
          <a:ln/>
        </p:spPr>
        <p:txBody>
          <a:bodyPr wrap="square" anchor="ctr"/>
          <a:lstStyle/>
          <a:p>
            <a:pPr marL="0" indent="0">
              <a:buNone/>
              <a:defRPr/>
            </a:pPr>
            <a:r>
              <a:rPr lang="en-US" sz="850">
                <a:solidFill>
                  <a:srgbClr val="595959"/>
                </a:solidFill>
                <a:latin typeface="맑은 고딕"/>
                <a:ea typeface="맑은 고딕"/>
                <a:cs typeface="맑은 고딕"/>
              </a:rPr>
              <a:t>Negative: 파티클 vs 스크래치</a:t>
            </a:r>
            <a:endParaRPr lang="en-US" sz="850"/>
          </a:p>
        </p:txBody>
      </p:sp>
      <p:sp>
        <p:nvSpPr>
          <p:cNvPr id="79" name="Text 27"/>
          <p:cNvSpPr/>
          <p:nvPr/>
        </p:nvSpPr>
        <p:spPr>
          <a:xfrm>
            <a:off x="7452360" y="2688336"/>
            <a:ext cx="1280160" cy="320040"/>
          </a:xfrm>
          <a:prstGeom prst="rect">
            <a:avLst/>
          </a:prstGeom>
          <a:noFill/>
          <a:ln/>
        </p:spPr>
        <p:txBody>
          <a:bodyPr wrap="square" anchor="ctr"/>
          <a:lstStyle/>
          <a:p>
            <a:pPr marL="0" indent="0" algn="ctr">
              <a:buNone/>
              <a:defRPr/>
            </a:pPr>
            <a:r>
              <a:rPr lang="en-US" sz="1400" b="1">
                <a:solidFill>
                  <a:srgbClr val="ed7d31"/>
                </a:solidFill>
                <a:latin typeface="맑은 고딕"/>
                <a:ea typeface="맑은 고딕"/>
                <a:cs typeface="맑은 고딕"/>
              </a:rPr>
              <a:t>w = 1.0</a:t>
            </a:r>
            <a:endParaRPr lang="en-US" sz="1400"/>
          </a:p>
        </p:txBody>
      </p:sp>
      <p:sp>
        <p:nvSpPr>
          <p:cNvPr id="80" name="Shape 28"/>
          <p:cNvSpPr/>
          <p:nvPr/>
        </p:nvSpPr>
        <p:spPr>
          <a:xfrm>
            <a:off x="3703320" y="3310128"/>
            <a:ext cx="5120640" cy="658368"/>
          </a:xfrm>
          <a:prstGeom prst="rect">
            <a:avLst/>
          </a:prstGeom>
          <a:solidFill>
            <a:srgbClr val="f0fff5"/>
          </a:solidFill>
          <a:ln w="10160">
            <a:solidFill>
              <a:srgbClr val="1d9e75"/>
            </a:solidFill>
            <a:prstDash val="solid"/>
          </a:ln>
        </p:spPr>
        <p:txBody>
          <a:bodyPr anchor="ctr"/>
          <a:lstStyle/>
          <a:p>
            <a:pPr algn="ctr">
              <a:defRPr/>
            </a:pPr>
            <a:endParaRPr lang="ko-KR" altLang="en-US"/>
          </a:p>
        </p:txBody>
      </p:sp>
      <p:sp>
        <p:nvSpPr>
          <p:cNvPr id="81" name="Text 29"/>
          <p:cNvSpPr/>
          <p:nvPr/>
        </p:nvSpPr>
        <p:spPr>
          <a:xfrm>
            <a:off x="3794760" y="3346704"/>
            <a:ext cx="3474720" cy="228600"/>
          </a:xfrm>
          <a:prstGeom prst="rect">
            <a:avLst/>
          </a:prstGeom>
          <a:noFill/>
          <a:ln/>
        </p:spPr>
        <p:txBody>
          <a:bodyPr wrap="square" anchor="ctr"/>
          <a:lstStyle/>
          <a:p>
            <a:pPr marL="0" indent="0">
              <a:buNone/>
              <a:defRPr/>
            </a:pPr>
            <a:r>
              <a:rPr lang="en-US" sz="900" b="1">
                <a:solidFill>
                  <a:srgbClr val="1d9e75"/>
                </a:solidFill>
                <a:latin typeface="맑은 고딕"/>
                <a:ea typeface="맑은 고딕"/>
                <a:cs typeface="맑은 고딕"/>
              </a:rPr>
              <a:t>계층거리 3 (대분류 다름)</a:t>
            </a:r>
            <a:endParaRPr lang="en-US" sz="900"/>
          </a:p>
        </p:txBody>
      </p:sp>
      <p:sp>
        <p:nvSpPr>
          <p:cNvPr id="82" name="Text 30"/>
          <p:cNvSpPr/>
          <p:nvPr/>
        </p:nvSpPr>
        <p:spPr>
          <a:xfrm>
            <a:off x="3794760" y="3566160"/>
            <a:ext cx="3840480" cy="201168"/>
          </a:xfrm>
          <a:prstGeom prst="rect">
            <a:avLst/>
          </a:prstGeom>
          <a:noFill/>
          <a:ln/>
        </p:spPr>
        <p:txBody>
          <a:bodyPr wrap="square" anchor="ctr"/>
          <a:lstStyle/>
          <a:p>
            <a:pPr marL="0" indent="0">
              <a:buNone/>
              <a:defRPr/>
            </a:pPr>
            <a:r>
              <a:rPr lang="en-US" sz="850">
                <a:solidFill>
                  <a:srgbClr val="595959"/>
                </a:solidFill>
                <a:latin typeface="맑은 고딕"/>
                <a:ea typeface="맑은 고딕"/>
                <a:cs typeface="맑은 고딕"/>
              </a:rPr>
              <a:t>Negative: 표면불량 vs 전기적불량</a:t>
            </a:r>
            <a:endParaRPr lang="en-US" sz="850"/>
          </a:p>
        </p:txBody>
      </p:sp>
      <p:sp>
        <p:nvSpPr>
          <p:cNvPr id="83" name="Text 31"/>
          <p:cNvSpPr/>
          <p:nvPr/>
        </p:nvSpPr>
        <p:spPr>
          <a:xfrm>
            <a:off x="7452360" y="3438144"/>
            <a:ext cx="1280160" cy="320040"/>
          </a:xfrm>
          <a:prstGeom prst="rect">
            <a:avLst/>
          </a:prstGeom>
          <a:noFill/>
          <a:ln/>
        </p:spPr>
        <p:txBody>
          <a:bodyPr wrap="square" anchor="ctr"/>
          <a:lstStyle/>
          <a:p>
            <a:pPr marL="0" indent="0" algn="ctr">
              <a:buNone/>
              <a:defRPr/>
            </a:pPr>
            <a:r>
              <a:rPr lang="en-US" sz="1400" b="1">
                <a:solidFill>
                  <a:srgbClr val="1d9e75"/>
                </a:solidFill>
                <a:latin typeface="맑은 고딕"/>
                <a:ea typeface="맑은 고딕"/>
                <a:cs typeface="맑은 고딕"/>
              </a:rPr>
              <a:t>w = 0.5</a:t>
            </a:r>
            <a:endParaRPr lang="en-US" sz="1400"/>
          </a:p>
        </p:txBody>
      </p:sp>
      <p:sp>
        <p:nvSpPr>
          <p:cNvPr id="84" name="Shape 32"/>
          <p:cNvSpPr/>
          <p:nvPr/>
        </p:nvSpPr>
        <p:spPr>
          <a:xfrm>
            <a:off x="228600" y="4142232"/>
            <a:ext cx="8686800" cy="594360"/>
          </a:xfrm>
          <a:prstGeom prst="rect">
            <a:avLst/>
          </a:prstGeom>
          <a:solidFill>
            <a:srgbClr val="f0f4fa"/>
          </a:solidFill>
          <a:ln w="10160">
            <a:solidFill>
              <a:srgbClr val="1b3a6b"/>
            </a:solidFill>
            <a:prstDash val="solid"/>
          </a:ln>
        </p:spPr>
        <p:txBody>
          <a:bodyPr anchor="ctr"/>
          <a:lstStyle/>
          <a:p>
            <a:pPr algn="ctr">
              <a:defRPr/>
            </a:pPr>
            <a:endParaRPr lang="ko-KR" altLang="en-US"/>
          </a:p>
        </p:txBody>
      </p:sp>
      <p:sp>
        <p:nvSpPr>
          <p:cNvPr id="85" name="Text 33"/>
          <p:cNvSpPr/>
          <p:nvPr/>
        </p:nvSpPr>
        <p:spPr>
          <a:xfrm>
            <a:off x="320040" y="4160520"/>
            <a:ext cx="8503920" cy="548640"/>
          </a:xfrm>
          <a:prstGeom prst="rect">
            <a:avLst/>
          </a:prstGeom>
          <a:noFill/>
          <a:ln/>
        </p:spPr>
        <p:txBody>
          <a:bodyPr wrap="square" anchor="ctr"/>
          <a:lstStyle/>
          <a:p>
            <a:pPr marL="0" indent="0" algn="ctr">
              <a:buNone/>
              <a:defRPr/>
            </a:pPr>
            <a:r>
              <a:rPr lang="en-US" sz="1100" b="1">
                <a:solidFill>
                  <a:srgbClr val="1b3a6b"/>
                </a:solidFill>
                <a:latin typeface="맑은 고딕"/>
                <a:ea typeface="맑은 고딕"/>
                <a:cs typeface="맑은 고딕"/>
              </a:rPr>
              <a:t>Loss 함수:   L = max( d(Anchor, Positive) − d(Anchor, Negative) + margin × w(계층거리), 0 )</a:t>
            </a:r>
            <a:endParaRPr lang="en-US" sz="110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7" name="Rectangle 3"/>
          <p:cNvSpPr txBox="1">
            <a:spLocks noChangeArrowheads="1"/>
          </p:cNvSpPr>
          <p:nvPr/>
        </p:nvSpPr>
        <p:spPr>
          <a:xfrm>
            <a:off x="400012" y="1088974"/>
            <a:ext cx="4060579" cy="349301"/>
          </a:xfrm>
          <a:prstGeom prst="rect">
            <a:avLst/>
          </a:prstGeom>
          <a:noFill/>
          <a:ln>
            <a:noFill/>
          </a:ln>
          <a:effectLst/>
        </p:spPr>
        <p:txBody>
          <a:bodyPr vert="horz" wrap="square" lIns="0" tIns="0" rIns="0" bIns="0" anchor="t" anchorCtr="0">
            <a:prstTxWarp prst="textNoShape">
              <a:avLst/>
            </a:prstTxWarp>
            <a:spAutoFit/>
          </a:bodyPr>
          <a:lstStyle>
            <a:lvl1pPr marL="241795" indent="-241795" algn="l" defTabSz="597892" rtl="0" eaLnBrk="0" fontAlgn="base" hangingPunct="0">
              <a:lnSpc>
                <a:spcPct val="150000"/>
              </a:lnSpc>
              <a:spcBef>
                <a:spcPct val="115000"/>
              </a:spcBef>
              <a:spcAft>
                <a:spcPct val="0"/>
              </a:spcAft>
              <a:buClr>
                <a:schemeClr val="tx2"/>
              </a:buClr>
              <a:buFont typeface="Wingdings"/>
              <a:buChar char="n"/>
              <a:defRPr sz="1600" b="1">
                <a:solidFill>
                  <a:srgbClr val="000000"/>
                </a:solidFill>
                <a:latin typeface="Corbel"/>
                <a:ea typeface="맑은 고딕"/>
                <a:cs typeface="+mn-cs"/>
              </a:defRPr>
            </a:lvl1pPr>
            <a:lvl2pPr marL="410318" indent="-167058" algn="l" defTabSz="597892" rtl="0" eaLnBrk="0" fontAlgn="base" hangingPunct="0">
              <a:lnSpc>
                <a:spcPct val="150000"/>
              </a:lnSpc>
              <a:spcBef>
                <a:spcPct val="5000"/>
              </a:spcBef>
              <a:spcAft>
                <a:spcPct val="0"/>
              </a:spcAft>
              <a:buClr>
                <a:schemeClr val="tx2"/>
              </a:buClr>
              <a:buFont typeface="맑은 고딕"/>
              <a:buChar char="√"/>
              <a:defRPr sz="1400">
                <a:solidFill>
                  <a:srgbClr val="000000"/>
                </a:solidFill>
                <a:latin typeface="Corbel"/>
                <a:ea typeface="맑은 고딕"/>
              </a:defRPr>
            </a:lvl2pPr>
            <a:lvl3pPr marL="580307" indent="-168524" algn="l" defTabSz="597892" rtl="0" eaLnBrk="0" fontAlgn="base" hangingPunct="0">
              <a:lnSpc>
                <a:spcPct val="150000"/>
              </a:lnSpc>
              <a:spcBef>
                <a:spcPct val="8000"/>
              </a:spcBef>
              <a:spcAft>
                <a:spcPct val="0"/>
              </a:spcAft>
              <a:buClr>
                <a:schemeClr val="tx2"/>
              </a:buClr>
              <a:buFont typeface="Arial"/>
              <a:buChar char="•"/>
              <a:defRPr sz="1200">
                <a:solidFill>
                  <a:srgbClr val="000000"/>
                </a:solidFill>
                <a:latin typeface="Corbel"/>
                <a:ea typeface="맑은 고딕"/>
              </a:defRPr>
            </a:lvl3pPr>
            <a:lvl4pPr marL="748831" indent="-167058" algn="l" defTabSz="597892" rtl="0" eaLnBrk="0" fontAlgn="base" hangingPunct="0">
              <a:lnSpc>
                <a:spcPct val="150000"/>
              </a:lnSpc>
              <a:spcBef>
                <a:spcPct val="8000"/>
              </a:spcBef>
              <a:spcAft>
                <a:spcPct val="0"/>
              </a:spcAft>
              <a:buClr>
                <a:schemeClr val="tx2"/>
              </a:buClr>
              <a:buFont typeface="Arial"/>
              <a:buChar char="-"/>
              <a:defRPr sz="1200">
                <a:solidFill>
                  <a:srgbClr val="000000"/>
                </a:solidFill>
                <a:latin typeface="Corbel"/>
                <a:ea typeface="맑은 고딕"/>
              </a:defRPr>
            </a:lvl4pPr>
            <a:lvl5pPr marL="917354" indent="-167058" algn="l" defTabSz="597892" rtl="0" eaLnBrk="0" fontAlgn="base" hangingPunct="0">
              <a:lnSpc>
                <a:spcPct val="150000"/>
              </a:lnSpc>
              <a:spcBef>
                <a:spcPct val="8000"/>
              </a:spcBef>
              <a:spcAft>
                <a:spcPct val="0"/>
              </a:spcAft>
              <a:buClr>
                <a:srgbClr val="f37121"/>
              </a:buClr>
              <a:buFont typeface="Wingdings"/>
              <a:buChar char="§"/>
              <a:defRPr sz="1292">
                <a:solidFill>
                  <a:srgbClr val="000000"/>
                </a:solidFill>
                <a:latin typeface="맑은 고딕"/>
                <a:ea typeface="맑은 고딕"/>
              </a:defRPr>
            </a:lvl5pPr>
            <a:lvl6pPr marL="1339395"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6pPr>
            <a:lvl7pPr marL="1761436"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7pPr>
            <a:lvl8pPr marL="2183478"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8pPr>
            <a:lvl9pPr marL="2605519"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9pPr>
          </a:lstStyle>
          <a:p>
            <a:pPr>
              <a:lnSpc>
                <a:spcPct val="130000"/>
              </a:lnSpc>
              <a:spcBef>
                <a:spcPts val="600"/>
              </a:spcBef>
              <a:defRPr/>
            </a:pPr>
            <a:r>
              <a:rPr lang="ko-KR" altLang="en-US" sz="1800" kern="0">
                <a:solidFill>
                  <a:schemeClr val="accent1">
                    <a:lumMod val="75000"/>
                  </a:schemeClr>
                </a:solidFill>
              </a:rPr>
              <a:t>데이터셋 구성</a:t>
            </a:r>
            <a:endParaRPr lang="ko-KR" altLang="en-US" sz="1800" kern="0">
              <a:solidFill>
                <a:schemeClr val="accent1">
                  <a:lumMod val="75000"/>
                </a:schemeClr>
              </a:solidFill>
            </a:endParaRPr>
          </a:p>
        </p:txBody>
      </p:sp>
      <p:sp>
        <p:nvSpPr>
          <p:cNvPr id="2" name="제목 1"/>
          <p:cNvSpPr>
            <a:spLocks noGrp="1"/>
          </p:cNvSpPr>
          <p:nvPr>
            <p:ph type="title" idx="0"/>
          </p:nvPr>
        </p:nvSpPr>
        <p:spPr/>
        <p:txBody>
          <a:bodyPr/>
          <a:lstStyle/>
          <a:p>
            <a:pPr lvl="0">
              <a:defRPr/>
            </a:pPr>
            <a:r>
              <a:rPr lang="ko-KR" altLang="en-US"/>
              <a:t>실험</a:t>
            </a:r>
            <a:r>
              <a:rPr lang="en-US" altLang="ko-KR"/>
              <a:t> </a:t>
            </a:r>
            <a:r>
              <a:rPr lang="ko-KR" altLang="en-US"/>
              <a:t>구성 및 평가 방법 </a:t>
            </a:r>
            <a:r>
              <a:rPr lang="en-US" altLang="ko-KR"/>
              <a:t>(Experiment Settings)</a:t>
            </a:r>
            <a:r>
              <a:rPr lang="ko-KR" altLang="en-US"/>
              <a:t> </a:t>
            </a:r>
            <a:endParaRPr lang="ko-KR" altLang="en-US"/>
          </a:p>
        </p:txBody>
      </p:sp>
      <p:graphicFrame>
        <p:nvGraphicFramePr>
          <p:cNvPr id="8" name="Table 0"/>
          <p:cNvGraphicFramePr>
            <a:graphicFrameLocks noGrp="1"/>
          </p:cNvGraphicFramePr>
          <p:nvPr/>
        </p:nvGraphicFramePr>
        <p:xfrm>
          <a:off x="274320" y="1482257"/>
          <a:ext cx="8595360" cy="1316736"/>
        </p:xfrm>
        <a:graphic>
          <a:graphicData uri="http://schemas.openxmlformats.org/drawingml/2006/table">
            <a:tbl>
              <a:tblPr firstRow="1" bandRow="1"/>
              <a:tblGrid>
                <a:gridCol w="1280160"/>
                <a:gridCol w="2560320"/>
                <a:gridCol w="2194560"/>
                <a:gridCol w="2560320"/>
              </a:tblGrid>
              <a:tr h="329184">
                <a:tc>
                  <a:txBody>
                    <a:bodyPr vert="horz" lIns="91440" tIns="45720" rIns="91440" bIns="45720" anchor="ctr" anchorCtr="0"/>
                    <a:p>
                      <a:pPr marL="0" indent="0" algn="ctr">
                        <a:buNone/>
                        <a:defRPr/>
                      </a:pPr>
                      <a:r>
                        <a:rPr lang="en-US" sz="950" b="1">
                          <a:solidFill>
                            <a:srgbClr val="ffffff"/>
                          </a:solidFill>
                          <a:latin typeface="맑은 고딕"/>
                          <a:ea typeface="맑은 고딕"/>
                          <a:cs typeface="맑은 고딕"/>
                        </a:rPr>
                        <a:t>용도</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1b3a6b"/>
                    </a:solidFill>
                  </a:tcPr>
                </a:tc>
                <a:tc>
                  <a:txBody>
                    <a:bodyPr vert="horz" lIns="91440" tIns="45720" rIns="91440" bIns="45720" anchor="ctr" anchorCtr="0"/>
                    <a:p>
                      <a:pPr marL="0" indent="0" algn="ctr">
                        <a:buNone/>
                        <a:defRPr/>
                      </a:pPr>
                      <a:r>
                        <a:rPr lang="en-US" sz="950" b="1">
                          <a:solidFill>
                            <a:srgbClr val="ffffff"/>
                          </a:solidFill>
                          <a:latin typeface="맑은 고딕"/>
                          <a:ea typeface="맑은 고딕"/>
                          <a:cs typeface="맑은 고딕"/>
                        </a:rPr>
                        <a:t>데이터셋</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1b3a6b"/>
                    </a:solidFill>
                  </a:tcPr>
                </a:tc>
                <a:tc>
                  <a:txBody>
                    <a:bodyPr vert="horz" lIns="91440" tIns="45720" rIns="91440" bIns="45720" anchor="ctr" anchorCtr="0"/>
                    <a:p>
                      <a:pPr marL="0" indent="0" algn="ctr">
                        <a:buNone/>
                        <a:defRPr/>
                      </a:pPr>
                      <a:r>
                        <a:rPr lang="en-US" sz="950" b="1">
                          <a:solidFill>
                            <a:srgbClr val="ffffff"/>
                          </a:solidFill>
                          <a:latin typeface="맑은 고딕"/>
                          <a:ea typeface="맑은 고딕"/>
                          <a:cs typeface="맑은 고딕"/>
                        </a:rPr>
                        <a:t>규모</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1b3a6b"/>
                    </a:solidFill>
                  </a:tcPr>
                </a:tc>
                <a:tc>
                  <a:txBody>
                    <a:bodyPr vert="horz" lIns="91440" tIns="45720" rIns="91440" bIns="45720" anchor="ctr" anchorCtr="0"/>
                    <a:p>
                      <a:pPr marL="0" indent="0" algn="ctr">
                        <a:buNone/>
                        <a:defRPr/>
                      </a:pPr>
                      <a:r>
                        <a:rPr lang="en-US" sz="950" b="1">
                          <a:solidFill>
                            <a:srgbClr val="ffffff"/>
                          </a:solidFill>
                          <a:latin typeface="맑은 고딕"/>
                          <a:ea typeface="맑은 고딕"/>
                          <a:cs typeface="맑은 고딕"/>
                        </a:rPr>
                        <a:t>출처</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1b3a6b"/>
                    </a:solidFill>
                  </a:tcPr>
                </a:tc>
              </a:tr>
              <a:tr h="329184">
                <a:tc>
                  <a:txBody>
                    <a:bodyPr vert="horz" lIns="91440" tIns="45720" rIns="91440" bIns="45720" anchor="ctr" anchorCtr="0"/>
                    <a:p>
                      <a:pPr marL="0" indent="0" algn="ctr">
                        <a:buNone/>
                        <a:defRPr/>
                      </a:pPr>
                      <a:r>
                        <a:rPr lang="en-US" sz="950" b="1">
                          <a:solidFill>
                            <a:srgbClr val="000000"/>
                          </a:solidFill>
                          <a:latin typeface="맑은 고딕"/>
                          <a:ea typeface="맑은 고딕"/>
                          <a:cs typeface="맑은 고딕"/>
                        </a:rPr>
                        <a:t>파인튜닝</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f2f2f2"/>
                    </a:solidFill>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KorNLI (한국어 NLI)</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약 95만 문장쌍</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kakaobrain GitHub (무료)</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r>
              <a:tr h="329184">
                <a:tc>
                  <a:txBody>
                    <a:bodyPr vert="horz" lIns="91440" tIns="45720" rIns="91440" bIns="45720" anchor="ctr" anchorCtr="0"/>
                    <a:p>
                      <a:pPr marL="0" indent="0" algn="ctr">
                        <a:buNone/>
                        <a:defRPr/>
                      </a:pPr>
                      <a:r>
                        <a:rPr lang="en-US" sz="950" b="1">
                          <a:solidFill>
                            <a:srgbClr val="185fa5"/>
                          </a:solidFill>
                          <a:latin typeface="맑은 고딕"/>
                          <a:ea typeface="맑은 고딕"/>
                          <a:cs typeface="맑은 고딕"/>
                        </a:rPr>
                        <a:t>도메인 평가</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e8f2fb"/>
                    </a:solidFill>
                  </a:tcPr>
                </a:tc>
                <a:tc>
                  <a:txBody>
                    <a:bodyPr vert="horz" lIns="91440" tIns="45720" rIns="91440" bIns="45720" anchor="ctr" anchorCtr="0"/>
                    <a:p>
                      <a:pPr marL="0" indent="0" algn="ctr">
                        <a:buNone/>
                        <a:defRPr/>
                      </a:pPr>
                      <a:r>
                        <a:rPr lang="en-US" sz="950" b="1">
                          <a:solidFill>
                            <a:srgbClr val="185fa5"/>
                          </a:solidFill>
                          <a:latin typeface="맑은 고딕"/>
                          <a:ea typeface="맑은 고딕"/>
                          <a:cs typeface="맑은 고딕"/>
                        </a:rPr>
                        <a:t>웨이퍼 불량 합성 Triplet</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총 150쌍 (거리별 50쌍)</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b="1">
                          <a:solidFill>
                            <a:srgbClr val="185fa5"/>
                          </a:solidFill>
                          <a:latin typeface="맑은 고딕"/>
                          <a:ea typeface="맑은 고딕"/>
                          <a:cs typeface="맑은 고딕"/>
                        </a:rPr>
                        <a:t>본 연구 최초 구성</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r>
              <a:tr h="329184">
                <a:tc>
                  <a:txBody>
                    <a:bodyPr vert="horz" lIns="91440" tIns="45720" rIns="91440" bIns="45720" anchor="ctr" anchorCtr="0"/>
                    <a:p>
                      <a:pPr marL="0" indent="0" algn="ctr">
                        <a:buNone/>
                        <a:defRPr/>
                      </a:pPr>
                      <a:r>
                        <a:rPr lang="en-US" sz="950" b="1">
                          <a:solidFill>
                            <a:srgbClr val="000000"/>
                          </a:solidFill>
                          <a:latin typeface="맑은 고딕"/>
                          <a:ea typeface="맑은 고딕"/>
                          <a:cs typeface="맑은 고딕"/>
                        </a:rPr>
                        <a:t>성능 기준</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f2f2f2"/>
                    </a:solidFill>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KorSTS Benchmark</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약 8,500 문장쌍</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kakaobrain GitHub (무료)</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r>
            </a:tbl>
          </a:graphicData>
        </a:graphic>
      </p:graphicFrame>
      <p:sp>
        <p:nvSpPr>
          <p:cNvPr id="11" name="Text 7"/>
          <p:cNvSpPr/>
          <p:nvPr/>
        </p:nvSpPr>
        <p:spPr>
          <a:xfrm>
            <a:off x="274320" y="3045535"/>
            <a:ext cx="8595360" cy="320040"/>
          </a:xfrm>
          <a:prstGeom prst="rect">
            <a:avLst/>
          </a:prstGeom>
          <a:noFill/>
          <a:ln/>
        </p:spPr>
        <p:txBody>
          <a:bodyPr wrap="square" anchor="ctr"/>
          <a:lstStyle/>
          <a:p>
            <a:pPr marL="0" indent="0" algn="l">
              <a:buNone/>
              <a:defRPr/>
            </a:pPr>
            <a:r>
              <a:rPr lang="en-US" sz="1400" b="1">
                <a:solidFill>
                  <a:srgbClr val="1b3a6b"/>
                </a:solidFill>
                <a:latin typeface="맑은 고딕"/>
                <a:ea typeface="맑은 고딕"/>
                <a:cs typeface="맑은 고딕"/>
              </a:rPr>
              <a:t>■ </a:t>
            </a:r>
            <a:r>
              <a:rPr lang="ko-KR" altLang="en-US" b="1">
                <a:solidFill>
                  <a:srgbClr val="203a7b"/>
                </a:solidFill>
                <a:latin typeface="맑은 고딕"/>
                <a:ea typeface="맑은 고딕"/>
                <a:cs typeface="맑은 고딕"/>
              </a:rPr>
              <a:t>합성 데이터 생성</a:t>
            </a:r>
            <a:endParaRPr lang="ko-KR" altLang="en-US" b="1">
              <a:solidFill>
                <a:srgbClr val="203a7b"/>
              </a:solidFill>
              <a:latin typeface="맑은 고딕"/>
              <a:ea typeface="맑은 고딕"/>
              <a:cs typeface="맑은 고딕"/>
            </a:endParaRPr>
          </a:p>
        </p:txBody>
      </p:sp>
      <p:sp>
        <p:nvSpPr>
          <p:cNvPr id="27" name="Shape 8"/>
          <p:cNvSpPr/>
          <p:nvPr/>
        </p:nvSpPr>
        <p:spPr>
          <a:xfrm>
            <a:off x="274320" y="3429000"/>
            <a:ext cx="8595360" cy="292608"/>
          </a:xfrm>
          <a:prstGeom prst="rect">
            <a:avLst/>
          </a:prstGeom>
          <a:solidFill>
            <a:srgbClr val="1b3a6b"/>
          </a:solidFill>
          <a:ln w="12700">
            <a:solidFill>
              <a:srgbClr val="1b3a6b"/>
            </a:solidFill>
            <a:prstDash val="solid"/>
          </a:ln>
        </p:spPr>
        <p:txBody>
          <a:bodyPr anchor="ctr"/>
          <a:lstStyle/>
          <a:p>
            <a:pPr algn="ctr">
              <a:defRPr/>
            </a:pPr>
            <a:endParaRPr lang="ko-KR" altLang="en-US"/>
          </a:p>
        </p:txBody>
      </p:sp>
      <p:sp>
        <p:nvSpPr>
          <p:cNvPr id="28" name="Text 9"/>
          <p:cNvSpPr/>
          <p:nvPr/>
        </p:nvSpPr>
        <p:spPr>
          <a:xfrm>
            <a:off x="347472" y="3429000"/>
            <a:ext cx="8412480" cy="292608"/>
          </a:xfrm>
          <a:prstGeom prst="rect">
            <a:avLst/>
          </a:prstGeom>
          <a:noFill/>
          <a:ln/>
        </p:spPr>
        <p:txBody>
          <a:bodyPr wrap="square" anchor="ctr"/>
          <a:lstStyle/>
          <a:p>
            <a:pPr marL="0" indent="0">
              <a:buNone/>
              <a:defRPr/>
            </a:pPr>
            <a:r>
              <a:rPr lang="en-US" sz="1100" b="1">
                <a:solidFill>
                  <a:srgbClr val="ffffff"/>
                </a:solidFill>
                <a:latin typeface="맑은 고딕"/>
                <a:ea typeface="맑은 고딕"/>
                <a:cs typeface="맑은 고딕"/>
              </a:rPr>
              <a:t>STEP 1   현장 요구사항 분석 — 왜 합성 데이터가 필요한가?</a:t>
            </a:r>
            <a:endParaRPr lang="en-US" sz="1100"/>
          </a:p>
        </p:txBody>
      </p:sp>
      <p:sp>
        <p:nvSpPr>
          <p:cNvPr id="29" name="Shape 10"/>
          <p:cNvSpPr/>
          <p:nvPr/>
        </p:nvSpPr>
        <p:spPr>
          <a:xfrm>
            <a:off x="274320" y="3767328"/>
            <a:ext cx="8595360" cy="804672"/>
          </a:xfrm>
          <a:prstGeom prst="rect">
            <a:avLst/>
          </a:prstGeom>
          <a:solidFill>
            <a:srgbClr val="fafafa"/>
          </a:solidFill>
          <a:ln w="10160">
            <a:solidFill>
              <a:srgbClr val="a32d2d"/>
            </a:solidFill>
            <a:prstDash val="solid"/>
          </a:ln>
        </p:spPr>
        <p:txBody>
          <a:bodyPr anchor="ctr"/>
          <a:lstStyle/>
          <a:p>
            <a:pPr algn="ctr">
              <a:defRPr/>
            </a:pPr>
            <a:endParaRPr lang="ko-KR" altLang="en-US"/>
          </a:p>
        </p:txBody>
      </p:sp>
      <p:sp>
        <p:nvSpPr>
          <p:cNvPr id="30" name="Shape 11"/>
          <p:cNvSpPr/>
          <p:nvPr/>
        </p:nvSpPr>
        <p:spPr>
          <a:xfrm>
            <a:off x="347472" y="3822192"/>
            <a:ext cx="292608" cy="292608"/>
          </a:xfrm>
          <a:prstGeom prst="ellipse">
            <a:avLst/>
          </a:prstGeom>
          <a:solidFill>
            <a:srgbClr val="a32d2d"/>
          </a:solidFill>
          <a:ln w="12700">
            <a:solidFill>
              <a:srgbClr val="a32d2d"/>
            </a:solidFill>
            <a:prstDash val="solid"/>
          </a:ln>
        </p:spPr>
        <p:txBody>
          <a:bodyPr anchor="ctr"/>
          <a:lstStyle/>
          <a:p>
            <a:pPr algn="ctr">
              <a:defRPr/>
            </a:pPr>
            <a:endParaRPr lang="ko-KR" altLang="en-US"/>
          </a:p>
        </p:txBody>
      </p:sp>
      <p:sp>
        <p:nvSpPr>
          <p:cNvPr id="31" name="Text 12"/>
          <p:cNvSpPr/>
          <p:nvPr/>
        </p:nvSpPr>
        <p:spPr>
          <a:xfrm>
            <a:off x="347472" y="3822192"/>
            <a:ext cx="292608" cy="292608"/>
          </a:xfrm>
          <a:prstGeom prst="rect">
            <a:avLst/>
          </a:prstGeom>
          <a:noFill/>
          <a:ln/>
        </p:spPr>
        <p:txBody>
          <a:bodyPr wrap="square" anchor="ctr"/>
          <a:lstStyle/>
          <a:p>
            <a:pPr marL="0" indent="0" algn="ctr">
              <a:buNone/>
              <a:defRPr/>
            </a:pPr>
            <a:r>
              <a:rPr lang="en-US" sz="900" b="1">
                <a:solidFill>
                  <a:srgbClr val="ffffff"/>
                </a:solidFill>
              </a:rPr>
              <a:t>①</a:t>
            </a:r>
            <a:endParaRPr lang="en-US" sz="900"/>
          </a:p>
        </p:txBody>
      </p:sp>
      <p:sp>
        <p:nvSpPr>
          <p:cNvPr id="32" name="Text 13"/>
          <p:cNvSpPr/>
          <p:nvPr/>
        </p:nvSpPr>
        <p:spPr>
          <a:xfrm>
            <a:off x="713232" y="3822192"/>
            <a:ext cx="8046720" cy="237744"/>
          </a:xfrm>
          <a:prstGeom prst="rect">
            <a:avLst/>
          </a:prstGeom>
          <a:noFill/>
          <a:ln/>
        </p:spPr>
        <p:txBody>
          <a:bodyPr wrap="square" anchor="ctr"/>
          <a:lstStyle/>
          <a:p>
            <a:pPr marL="0" indent="0" algn="l">
              <a:buNone/>
              <a:defRPr/>
            </a:pPr>
            <a:r>
              <a:rPr lang="en-US" sz="1050" b="1">
                <a:solidFill>
                  <a:srgbClr val="a32d2d"/>
                </a:solidFill>
                <a:latin typeface="맑은 고딕"/>
                <a:ea typeface="맑은 고딕"/>
                <a:cs typeface="맑은 고딕"/>
              </a:rPr>
              <a:t>동일 불량 유형 내 원인별 해결책이 완전히 다름</a:t>
            </a:r>
            <a:endParaRPr lang="en-US" sz="1050"/>
          </a:p>
        </p:txBody>
      </p:sp>
      <p:sp>
        <p:nvSpPr>
          <p:cNvPr id="33" name="Text 14"/>
          <p:cNvSpPr/>
          <p:nvPr/>
        </p:nvSpPr>
        <p:spPr>
          <a:xfrm>
            <a:off x="713232" y="4078224"/>
            <a:ext cx="8046720" cy="457200"/>
          </a:xfrm>
          <a:prstGeom prst="rect">
            <a:avLst/>
          </a:prstGeom>
          <a:noFill/>
          <a:ln/>
        </p:spPr>
        <p:txBody>
          <a:bodyPr wrap="square" anchor="ctr"/>
          <a:lstStyle/>
          <a:p>
            <a:pPr marL="0" indent="0" algn="l">
              <a:lnSpc>
                <a:spcPct val="135000"/>
              </a:lnSpc>
              <a:buNone/>
              <a:defRPr/>
            </a:pPr>
            <a:r>
              <a:rPr lang="en-US" sz="900">
                <a:solidFill>
                  <a:srgbClr val="595959"/>
                </a:solidFill>
                <a:latin typeface="맑은 고딕"/>
                <a:ea typeface="맑은 고딕"/>
                <a:cs typeface="맑은 고딕"/>
              </a:rPr>
              <a:t>파티클 밀도 초과 → 클린룸 청정도 관리 강화 (필터·기류 점검)</a:t>
            </a:r>
            <a:endParaRPr lang="en-US" sz="900">
              <a:solidFill>
                <a:srgbClr val="595959"/>
              </a:solidFill>
              <a:latin typeface="맑은 고딕"/>
              <a:ea typeface="맑은 고딕"/>
              <a:cs typeface="맑은 고딕"/>
            </a:endParaRPr>
          </a:p>
          <a:p>
            <a:pPr marL="0" indent="0" algn="l">
              <a:lnSpc>
                <a:spcPct val="135000"/>
              </a:lnSpc>
              <a:buNone/>
              <a:defRPr/>
            </a:pPr>
            <a:r>
              <a:rPr lang="en-US" sz="900">
                <a:solidFill>
                  <a:srgbClr val="595959"/>
                </a:solidFill>
                <a:latin typeface="맑은 고딕"/>
                <a:ea typeface="맑은 고딕"/>
                <a:cs typeface="맑은 고딕"/>
              </a:rPr>
              <a:t>파티클 크기 초과 → 공정 필터 교체 및 입자 차단 강화</a:t>
            </a:r>
            <a:endParaRPr lang="en-US" sz="900">
              <a:solidFill>
                <a:srgbClr val="595959"/>
              </a:solidFill>
              <a:latin typeface="맑은 고딕"/>
              <a:ea typeface="맑은 고딕"/>
              <a:cs typeface="맑은 고딕"/>
            </a:endParaRPr>
          </a:p>
          <a:p>
            <a:pPr marL="0" indent="0" algn="l">
              <a:lnSpc>
                <a:spcPct val="135000"/>
              </a:lnSpc>
              <a:buNone/>
              <a:defRPr/>
            </a:pPr>
            <a:r>
              <a:rPr lang="en-US" sz="900">
                <a:solidFill>
                  <a:srgbClr val="595959"/>
                </a:solidFill>
                <a:latin typeface="맑은 고딕"/>
                <a:ea typeface="맑은 고딕"/>
                <a:cs typeface="맑은 고딕"/>
              </a:rPr>
              <a:t>→ 두 불량은 표현이 비슷하지만 해결책이 완전히 달라 현장에서 가장 혼동하기 쉬운 케이스</a:t>
            </a:r>
            <a:endParaRPr lang="en-US" sz="900"/>
          </a:p>
        </p:txBody>
      </p:sp>
      <p:sp>
        <p:nvSpPr>
          <p:cNvPr id="34" name="Shape 15"/>
          <p:cNvSpPr/>
          <p:nvPr/>
        </p:nvSpPr>
        <p:spPr>
          <a:xfrm>
            <a:off x="274320" y="4636008"/>
            <a:ext cx="8595360" cy="804672"/>
          </a:xfrm>
          <a:prstGeom prst="rect">
            <a:avLst/>
          </a:prstGeom>
          <a:solidFill>
            <a:srgbClr val="fafafa"/>
          </a:solidFill>
          <a:ln w="10160">
            <a:solidFill>
              <a:srgbClr val="ed7d31"/>
            </a:solidFill>
            <a:prstDash val="solid"/>
          </a:ln>
        </p:spPr>
        <p:txBody>
          <a:bodyPr anchor="ctr"/>
          <a:lstStyle/>
          <a:p>
            <a:pPr algn="ctr">
              <a:defRPr/>
            </a:pPr>
            <a:endParaRPr lang="ko-KR" altLang="en-US"/>
          </a:p>
        </p:txBody>
      </p:sp>
      <p:sp>
        <p:nvSpPr>
          <p:cNvPr id="35" name="Shape 16"/>
          <p:cNvSpPr/>
          <p:nvPr/>
        </p:nvSpPr>
        <p:spPr>
          <a:xfrm>
            <a:off x="347472" y="4690872"/>
            <a:ext cx="292608" cy="292608"/>
          </a:xfrm>
          <a:prstGeom prst="ellipse">
            <a:avLst/>
          </a:prstGeom>
          <a:solidFill>
            <a:srgbClr val="ed7d31"/>
          </a:solidFill>
          <a:ln w="12700">
            <a:solidFill>
              <a:srgbClr val="ed7d31"/>
            </a:solidFill>
            <a:prstDash val="solid"/>
          </a:ln>
        </p:spPr>
        <p:txBody>
          <a:bodyPr anchor="ctr"/>
          <a:lstStyle/>
          <a:p>
            <a:pPr algn="ctr">
              <a:defRPr/>
            </a:pPr>
            <a:endParaRPr lang="ko-KR" altLang="en-US"/>
          </a:p>
        </p:txBody>
      </p:sp>
      <p:sp>
        <p:nvSpPr>
          <p:cNvPr id="36" name="Text 17"/>
          <p:cNvSpPr/>
          <p:nvPr/>
        </p:nvSpPr>
        <p:spPr>
          <a:xfrm>
            <a:off x="347472" y="4690872"/>
            <a:ext cx="292608" cy="292608"/>
          </a:xfrm>
          <a:prstGeom prst="rect">
            <a:avLst/>
          </a:prstGeom>
          <a:noFill/>
          <a:ln/>
        </p:spPr>
        <p:txBody>
          <a:bodyPr wrap="square" anchor="ctr"/>
          <a:lstStyle/>
          <a:p>
            <a:pPr marL="0" indent="0" algn="ctr">
              <a:buNone/>
              <a:defRPr/>
            </a:pPr>
            <a:r>
              <a:rPr lang="en-US" sz="900" b="1">
                <a:solidFill>
                  <a:srgbClr val="ffffff"/>
                </a:solidFill>
              </a:rPr>
              <a:t>②</a:t>
            </a:r>
            <a:endParaRPr lang="en-US" sz="900"/>
          </a:p>
        </p:txBody>
      </p:sp>
      <p:sp>
        <p:nvSpPr>
          <p:cNvPr id="37" name="Text 18"/>
          <p:cNvSpPr/>
          <p:nvPr/>
        </p:nvSpPr>
        <p:spPr>
          <a:xfrm>
            <a:off x="713232" y="4690872"/>
            <a:ext cx="8046720" cy="237744"/>
          </a:xfrm>
          <a:prstGeom prst="rect">
            <a:avLst/>
          </a:prstGeom>
          <a:noFill/>
          <a:ln/>
        </p:spPr>
        <p:txBody>
          <a:bodyPr wrap="square" anchor="ctr"/>
          <a:lstStyle/>
          <a:p>
            <a:pPr marL="0" indent="0" algn="l">
              <a:buNone/>
              <a:defRPr/>
            </a:pPr>
            <a:r>
              <a:rPr lang="en-US" sz="1050" b="1">
                <a:solidFill>
                  <a:srgbClr val="ed7d31"/>
                </a:solidFill>
                <a:latin typeface="맑은 고딕"/>
                <a:ea typeface="맑은 고딕"/>
                <a:cs typeface="맑은 고딕"/>
              </a:rPr>
              <a:t>작업자·기업마다 동일 불량을 다양하게 표기함</a:t>
            </a:r>
            <a:endParaRPr lang="en-US" sz="1050"/>
          </a:p>
        </p:txBody>
      </p:sp>
      <p:sp>
        <p:nvSpPr>
          <p:cNvPr id="38" name="Text 19"/>
          <p:cNvSpPr/>
          <p:nvPr/>
        </p:nvSpPr>
        <p:spPr>
          <a:xfrm>
            <a:off x="713232" y="4946904"/>
            <a:ext cx="8046720" cy="457200"/>
          </a:xfrm>
          <a:prstGeom prst="rect">
            <a:avLst/>
          </a:prstGeom>
          <a:noFill/>
          <a:ln/>
        </p:spPr>
        <p:txBody>
          <a:bodyPr wrap="square" anchor="ctr"/>
          <a:lstStyle/>
          <a:p>
            <a:pPr marL="0" indent="0" algn="l">
              <a:lnSpc>
                <a:spcPct val="135000"/>
              </a:lnSpc>
              <a:buNone/>
              <a:defRPr/>
            </a:pPr>
            <a:r>
              <a:rPr lang="en-US" sz="900">
                <a:solidFill>
                  <a:srgbClr val="595959"/>
                </a:solidFill>
                <a:latin typeface="맑은 고딕"/>
                <a:ea typeface="맑은 고딕"/>
                <a:cs typeface="맑은 고딕"/>
              </a:rPr>
              <a:t>"파티클 밀도 초과"  =  "파티클 오염도 기준치 초과"  =  "particle density NG"  =  "PD 불합격"</a:t>
            </a:r>
            <a:endParaRPr lang="en-US" sz="900">
              <a:solidFill>
                <a:srgbClr val="595959"/>
              </a:solidFill>
              <a:latin typeface="맑은 고딕"/>
              <a:ea typeface="맑은 고딕"/>
              <a:cs typeface="맑은 고딕"/>
            </a:endParaRPr>
          </a:p>
          <a:p>
            <a:pPr marL="0" indent="0" algn="l">
              <a:lnSpc>
                <a:spcPct val="135000"/>
              </a:lnSpc>
              <a:buNone/>
              <a:defRPr/>
            </a:pPr>
            <a:r>
              <a:rPr lang="en-US" sz="900">
                <a:solidFill>
                  <a:srgbClr val="595959"/>
                </a:solidFill>
                <a:latin typeface="맑은 고딕"/>
                <a:ea typeface="맑은 고딕"/>
                <a:cs typeface="맑은 고딕"/>
              </a:rPr>
              <a:t>→ 단일 표현만으로 학습하면 다양한 표기에 대응 불가</a:t>
            </a:r>
            <a:endParaRPr lang="en-US" sz="900">
              <a:solidFill>
                <a:srgbClr val="595959"/>
              </a:solidFill>
              <a:latin typeface="맑은 고딕"/>
              <a:ea typeface="맑은 고딕"/>
              <a:cs typeface="맑은 고딕"/>
            </a:endParaRPr>
          </a:p>
          <a:p>
            <a:pPr marL="0" indent="0" algn="l">
              <a:lnSpc>
                <a:spcPct val="135000"/>
              </a:lnSpc>
              <a:buNone/>
              <a:defRPr/>
            </a:pPr>
            <a:r>
              <a:rPr lang="en-US" sz="900">
                <a:solidFill>
                  <a:srgbClr val="595959"/>
                </a:solidFill>
                <a:latin typeface="맑은 고딕"/>
                <a:ea typeface="맑은 고딕"/>
                <a:cs typeface="맑은 고딕"/>
              </a:rPr>
              <a:t>→ 현장의 실제 표기 다양성을 Positive 구성에 반드시 반영해야 함</a:t>
            </a:r>
            <a:endParaRPr lang="en-US" sz="900"/>
          </a:p>
        </p:txBody>
      </p:sp>
      <p:sp>
        <p:nvSpPr>
          <p:cNvPr id="39" name="Shape 20"/>
          <p:cNvSpPr/>
          <p:nvPr/>
        </p:nvSpPr>
        <p:spPr>
          <a:xfrm>
            <a:off x="274320" y="5504688"/>
            <a:ext cx="8595360" cy="804672"/>
          </a:xfrm>
          <a:prstGeom prst="rect">
            <a:avLst/>
          </a:prstGeom>
          <a:solidFill>
            <a:srgbClr val="fafafa"/>
          </a:solidFill>
          <a:ln w="10160">
            <a:solidFill>
              <a:srgbClr val="1d9e75"/>
            </a:solidFill>
            <a:prstDash val="solid"/>
          </a:ln>
        </p:spPr>
        <p:txBody>
          <a:bodyPr anchor="ctr"/>
          <a:lstStyle/>
          <a:p>
            <a:pPr algn="ctr">
              <a:defRPr/>
            </a:pPr>
            <a:endParaRPr lang="ko-KR" altLang="en-US"/>
          </a:p>
        </p:txBody>
      </p:sp>
      <p:sp>
        <p:nvSpPr>
          <p:cNvPr id="40" name="Shape 21"/>
          <p:cNvSpPr/>
          <p:nvPr/>
        </p:nvSpPr>
        <p:spPr>
          <a:xfrm>
            <a:off x="347472" y="5559552"/>
            <a:ext cx="292608" cy="292608"/>
          </a:xfrm>
          <a:prstGeom prst="ellipse">
            <a:avLst/>
          </a:prstGeom>
          <a:solidFill>
            <a:srgbClr val="1d9e75"/>
          </a:solidFill>
          <a:ln w="12700">
            <a:solidFill>
              <a:srgbClr val="1d9e75"/>
            </a:solidFill>
            <a:prstDash val="solid"/>
          </a:ln>
        </p:spPr>
        <p:txBody>
          <a:bodyPr anchor="ctr"/>
          <a:lstStyle/>
          <a:p>
            <a:pPr algn="ctr">
              <a:defRPr/>
            </a:pPr>
            <a:endParaRPr lang="ko-KR" altLang="en-US"/>
          </a:p>
        </p:txBody>
      </p:sp>
      <p:sp>
        <p:nvSpPr>
          <p:cNvPr id="41" name="Text 22"/>
          <p:cNvSpPr/>
          <p:nvPr/>
        </p:nvSpPr>
        <p:spPr>
          <a:xfrm>
            <a:off x="347472" y="5559552"/>
            <a:ext cx="292608" cy="292608"/>
          </a:xfrm>
          <a:prstGeom prst="rect">
            <a:avLst/>
          </a:prstGeom>
          <a:noFill/>
          <a:ln/>
        </p:spPr>
        <p:txBody>
          <a:bodyPr wrap="square" anchor="ctr"/>
          <a:lstStyle/>
          <a:p>
            <a:pPr marL="0" indent="0" algn="ctr">
              <a:buNone/>
              <a:defRPr/>
            </a:pPr>
            <a:r>
              <a:rPr lang="en-US" sz="900" b="1">
                <a:solidFill>
                  <a:srgbClr val="ffffff"/>
                </a:solidFill>
              </a:rPr>
              <a:t>③</a:t>
            </a:r>
            <a:endParaRPr lang="en-US" sz="900"/>
          </a:p>
        </p:txBody>
      </p:sp>
      <p:sp>
        <p:nvSpPr>
          <p:cNvPr id="42" name="Text 23"/>
          <p:cNvSpPr/>
          <p:nvPr/>
        </p:nvSpPr>
        <p:spPr>
          <a:xfrm>
            <a:off x="713232" y="5559552"/>
            <a:ext cx="8046720" cy="237744"/>
          </a:xfrm>
          <a:prstGeom prst="rect">
            <a:avLst/>
          </a:prstGeom>
          <a:noFill/>
          <a:ln/>
        </p:spPr>
        <p:txBody>
          <a:bodyPr wrap="square" anchor="ctr"/>
          <a:lstStyle/>
          <a:p>
            <a:pPr marL="0" indent="0" algn="l">
              <a:buNone/>
              <a:defRPr/>
            </a:pPr>
            <a:r>
              <a:rPr lang="en-US" sz="1050" b="1">
                <a:solidFill>
                  <a:srgbClr val="1d9e75"/>
                </a:solidFill>
                <a:latin typeface="맑은 고딕"/>
                <a:ea typeface="맑은 고딕"/>
                <a:cs typeface="맑은 고딕"/>
              </a:rPr>
              <a:t>불량 보고서의 실제 작성 형식이 정형화되어 있음</a:t>
            </a:r>
            <a:endParaRPr lang="en-US" sz="1050"/>
          </a:p>
        </p:txBody>
      </p:sp>
      <p:sp>
        <p:nvSpPr>
          <p:cNvPr id="43" name="Text 24"/>
          <p:cNvSpPr/>
          <p:nvPr/>
        </p:nvSpPr>
        <p:spPr>
          <a:xfrm>
            <a:off x="713232" y="5815584"/>
            <a:ext cx="8046720" cy="457200"/>
          </a:xfrm>
          <a:prstGeom prst="rect">
            <a:avLst/>
          </a:prstGeom>
          <a:noFill/>
          <a:ln/>
        </p:spPr>
        <p:txBody>
          <a:bodyPr wrap="square" anchor="ctr"/>
          <a:lstStyle/>
          <a:p>
            <a:pPr marL="0" indent="0" algn="l">
              <a:lnSpc>
                <a:spcPct val="135000"/>
              </a:lnSpc>
              <a:buNone/>
              <a:defRPr/>
            </a:pPr>
            <a:r>
              <a:rPr lang="en-US" sz="900">
                <a:solidFill>
                  <a:srgbClr val="595959"/>
                </a:solidFill>
                <a:latin typeface="맑은 고딕"/>
                <a:ea typeface="맑은 고딕"/>
                <a:cs typeface="맑은 고딕"/>
              </a:rPr>
              <a:t>실제 현장 작성 형식:  "[공정명] 공정에서 [불량유형] 발생 → [원인] 으로 판단 → [조치] 시행"</a:t>
            </a:r>
            <a:endParaRPr lang="en-US" sz="900">
              <a:solidFill>
                <a:srgbClr val="595959"/>
              </a:solidFill>
              <a:latin typeface="맑은 고딕"/>
              <a:ea typeface="맑은 고딕"/>
              <a:cs typeface="맑은 고딕"/>
            </a:endParaRPr>
          </a:p>
          <a:p>
            <a:pPr marL="0" indent="0" algn="l">
              <a:lnSpc>
                <a:spcPct val="135000"/>
              </a:lnSpc>
              <a:buNone/>
              <a:defRPr/>
            </a:pPr>
            <a:r>
              <a:rPr lang="en-US" sz="900">
                <a:solidFill>
                  <a:srgbClr val="595959"/>
                </a:solidFill>
                <a:latin typeface="맑은 고딕"/>
                <a:ea typeface="맑은 고딕"/>
                <a:cs typeface="맑은 고딕"/>
              </a:rPr>
              <a:t>→ 합성 데이터도 이 형식을 준수하여 실제 문서와 유사하게 생성</a:t>
            </a:r>
            <a:endParaRPr lang="en-US" sz="900">
              <a:solidFill>
                <a:srgbClr val="595959"/>
              </a:solidFill>
              <a:latin typeface="맑은 고딕"/>
              <a:ea typeface="맑은 고딕"/>
              <a:cs typeface="맑은 고딕"/>
            </a:endParaRPr>
          </a:p>
          <a:p>
            <a:pPr marL="0" indent="0" algn="l">
              <a:lnSpc>
                <a:spcPct val="135000"/>
              </a:lnSpc>
              <a:buNone/>
              <a:defRPr/>
            </a:pPr>
            <a:r>
              <a:rPr lang="en-US" sz="900">
                <a:solidFill>
                  <a:srgbClr val="595959"/>
                </a:solidFill>
                <a:latin typeface="맑은 고딕"/>
                <a:ea typeface="맑은 고딕"/>
                <a:cs typeface="맑은 고딕"/>
              </a:rPr>
              <a:t>→ 모델이 실제 현장 문서 입력 시 동일하게 동작하도록 설계</a:t>
            </a:r>
            <a:endParaRPr lang="en-US" sz="90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lvl="0">
              <a:defRPr/>
            </a:pPr>
            <a:r>
              <a:rPr lang="ko-KR" altLang="en-US"/>
              <a:t>실험</a:t>
            </a:r>
            <a:r>
              <a:rPr lang="en-US" altLang="ko-KR"/>
              <a:t> </a:t>
            </a:r>
            <a:r>
              <a:rPr lang="ko-KR" altLang="en-US"/>
              <a:t>구성 및 평가 방법 </a:t>
            </a:r>
            <a:r>
              <a:rPr lang="en-US" altLang="ko-KR"/>
              <a:t>(Experiment Settings)</a:t>
            </a:r>
            <a:r>
              <a:rPr lang="ko-KR" altLang="en-US"/>
              <a:t> </a:t>
            </a:r>
            <a:endParaRPr lang="ko-KR" altLang="en-US"/>
          </a:p>
        </p:txBody>
      </p:sp>
      <p:sp>
        <p:nvSpPr>
          <p:cNvPr id="11" name="Text 7"/>
          <p:cNvSpPr/>
          <p:nvPr/>
        </p:nvSpPr>
        <p:spPr>
          <a:xfrm>
            <a:off x="274320" y="908972"/>
            <a:ext cx="8595360" cy="320040"/>
          </a:xfrm>
          <a:prstGeom prst="rect">
            <a:avLst/>
          </a:prstGeom>
          <a:noFill/>
          <a:ln/>
        </p:spPr>
        <p:txBody>
          <a:bodyPr wrap="square" anchor="ctr"/>
          <a:lstStyle/>
          <a:p>
            <a:pPr marL="0" indent="0" algn="l">
              <a:buNone/>
              <a:defRPr/>
            </a:pPr>
            <a:r>
              <a:rPr lang="en-US" sz="1400" b="1">
                <a:solidFill>
                  <a:srgbClr val="1b3a6b"/>
                </a:solidFill>
                <a:latin typeface="맑은 고딕"/>
                <a:ea typeface="맑은 고딕"/>
                <a:cs typeface="맑은 고딕"/>
              </a:rPr>
              <a:t>■ </a:t>
            </a:r>
            <a:r>
              <a:rPr lang="ko-KR" altLang="en-US" b="1">
                <a:solidFill>
                  <a:srgbClr val="203a7b"/>
                </a:solidFill>
                <a:latin typeface="맑은 고딕"/>
                <a:ea typeface="맑은 고딕"/>
                <a:cs typeface="맑은 고딕"/>
              </a:rPr>
              <a:t>합성 데이터 생성</a:t>
            </a:r>
            <a:endParaRPr lang="ko-KR" altLang="en-US" b="1">
              <a:solidFill>
                <a:srgbClr val="203a7b"/>
              </a:solidFill>
              <a:latin typeface="맑은 고딕"/>
              <a:ea typeface="맑은 고딕"/>
              <a:cs typeface="맑은 고딕"/>
            </a:endParaRPr>
          </a:p>
        </p:txBody>
      </p:sp>
      <p:sp>
        <p:nvSpPr>
          <p:cNvPr id="44" name="Shape 8"/>
          <p:cNvSpPr/>
          <p:nvPr/>
        </p:nvSpPr>
        <p:spPr>
          <a:xfrm>
            <a:off x="274320" y="1289304"/>
            <a:ext cx="8595360" cy="292608"/>
          </a:xfrm>
          <a:prstGeom prst="rect">
            <a:avLst/>
          </a:prstGeom>
          <a:solidFill>
            <a:srgbClr val="1b3a6b"/>
          </a:solidFill>
          <a:ln w="12700">
            <a:solidFill>
              <a:srgbClr val="1b3a6b"/>
            </a:solidFill>
            <a:prstDash val="solid"/>
          </a:ln>
        </p:spPr>
        <p:txBody>
          <a:bodyPr anchor="ctr"/>
          <a:lstStyle/>
          <a:p>
            <a:pPr algn="ctr">
              <a:defRPr/>
            </a:pPr>
            <a:endParaRPr lang="ko-KR" altLang="en-US"/>
          </a:p>
        </p:txBody>
      </p:sp>
      <p:sp>
        <p:nvSpPr>
          <p:cNvPr id="45" name="Text 9"/>
          <p:cNvSpPr/>
          <p:nvPr/>
        </p:nvSpPr>
        <p:spPr>
          <a:xfrm>
            <a:off x="347472" y="1289304"/>
            <a:ext cx="8412480" cy="292608"/>
          </a:xfrm>
          <a:prstGeom prst="rect">
            <a:avLst/>
          </a:prstGeom>
          <a:noFill/>
          <a:ln/>
        </p:spPr>
        <p:txBody>
          <a:bodyPr wrap="square" anchor="ctr"/>
          <a:lstStyle/>
          <a:p>
            <a:pPr marL="0" indent="0" algn="l">
              <a:buNone/>
              <a:defRPr/>
            </a:pPr>
            <a:r>
              <a:rPr lang="en-US" sz="1100" b="1">
                <a:solidFill>
                  <a:srgbClr val="ffffff"/>
                </a:solidFill>
                <a:latin typeface="맑은 고딕"/>
                <a:ea typeface="맑은 고딕"/>
                <a:cs typeface="맑은 고딕"/>
              </a:rPr>
              <a:t>STEP 2   Triplet 설계 원칙 — 현장 요구사항을 구조화</a:t>
            </a:r>
            <a:endParaRPr lang="en-US" sz="1100"/>
          </a:p>
        </p:txBody>
      </p:sp>
      <p:sp>
        <p:nvSpPr>
          <p:cNvPr id="46" name="Shape 10"/>
          <p:cNvSpPr/>
          <p:nvPr/>
        </p:nvSpPr>
        <p:spPr>
          <a:xfrm>
            <a:off x="274320" y="1636776"/>
            <a:ext cx="2670048" cy="1572768"/>
          </a:xfrm>
          <a:prstGeom prst="rect">
            <a:avLst/>
          </a:prstGeom>
          <a:solidFill>
            <a:srgbClr val="f4f6fa"/>
          </a:solidFill>
          <a:ln w="12700">
            <a:solidFill>
              <a:srgbClr val="185fa5"/>
            </a:solidFill>
            <a:prstDash val="solid"/>
          </a:ln>
        </p:spPr>
        <p:txBody>
          <a:bodyPr anchor="ctr"/>
          <a:lstStyle/>
          <a:p>
            <a:pPr algn="ctr">
              <a:defRPr/>
            </a:pPr>
            <a:endParaRPr lang="ko-KR" altLang="en-US"/>
          </a:p>
        </p:txBody>
      </p:sp>
      <p:sp>
        <p:nvSpPr>
          <p:cNvPr id="47" name="Shape 11"/>
          <p:cNvSpPr/>
          <p:nvPr/>
        </p:nvSpPr>
        <p:spPr>
          <a:xfrm>
            <a:off x="274320" y="1636776"/>
            <a:ext cx="2670048" cy="384048"/>
          </a:xfrm>
          <a:prstGeom prst="rect">
            <a:avLst/>
          </a:prstGeom>
          <a:solidFill>
            <a:srgbClr val="185fa5"/>
          </a:solidFill>
          <a:ln w="12700">
            <a:solidFill>
              <a:srgbClr val="185fa5"/>
            </a:solidFill>
            <a:prstDash val="solid"/>
          </a:ln>
        </p:spPr>
        <p:txBody>
          <a:bodyPr anchor="ctr"/>
          <a:lstStyle/>
          <a:p>
            <a:pPr algn="ctr">
              <a:defRPr/>
            </a:pPr>
            <a:endParaRPr lang="ko-KR" altLang="en-US"/>
          </a:p>
        </p:txBody>
      </p:sp>
      <p:sp>
        <p:nvSpPr>
          <p:cNvPr id="48" name="Text 12"/>
          <p:cNvSpPr/>
          <p:nvPr/>
        </p:nvSpPr>
        <p:spPr>
          <a:xfrm>
            <a:off x="274320" y="1636776"/>
            <a:ext cx="2670048" cy="384048"/>
          </a:xfrm>
          <a:prstGeom prst="rect">
            <a:avLst/>
          </a:prstGeom>
          <a:noFill/>
          <a:ln/>
        </p:spPr>
        <p:txBody>
          <a:bodyPr wrap="square" anchor="ctr"/>
          <a:lstStyle/>
          <a:p>
            <a:pPr marL="0" indent="0" algn="ctr">
              <a:buNone/>
              <a:defRPr/>
            </a:pPr>
            <a:r>
              <a:rPr lang="en-US" sz="1000" b="1">
                <a:solidFill>
                  <a:srgbClr val="ffffff"/>
                </a:solidFill>
                <a:latin typeface="맑은 고딕"/>
                <a:ea typeface="맑은 고딕"/>
                <a:cs typeface="맑은 고딕"/>
              </a:rPr>
              <a:t>Anchor</a:t>
            </a:r>
            <a:endParaRPr lang="en-US" sz="1000" b="1">
              <a:solidFill>
                <a:srgbClr val="ffffff"/>
              </a:solidFill>
              <a:latin typeface="맑은 고딕"/>
              <a:ea typeface="맑은 고딕"/>
              <a:cs typeface="맑은 고딕"/>
            </a:endParaRPr>
          </a:p>
          <a:p>
            <a:pPr marL="0" indent="0" algn="ctr">
              <a:buNone/>
              <a:defRPr/>
            </a:pPr>
            <a:r>
              <a:rPr lang="en-US" sz="1000" b="1">
                <a:solidFill>
                  <a:srgbClr val="ffffff"/>
                </a:solidFill>
                <a:latin typeface="맑은 고딕"/>
                <a:ea typeface="맑은 고딕"/>
                <a:cs typeface="맑은 고딕"/>
              </a:rPr>
              <a:t>설계 원칙</a:t>
            </a:r>
            <a:endParaRPr lang="en-US" sz="1000"/>
          </a:p>
        </p:txBody>
      </p:sp>
      <p:sp>
        <p:nvSpPr>
          <p:cNvPr id="49" name="Text 13"/>
          <p:cNvSpPr/>
          <p:nvPr/>
        </p:nvSpPr>
        <p:spPr>
          <a:xfrm>
            <a:off x="365760" y="2057400"/>
            <a:ext cx="2487168" cy="1115568"/>
          </a:xfrm>
          <a:prstGeom prst="rect">
            <a:avLst/>
          </a:prstGeom>
          <a:noFill/>
          <a:ln/>
        </p:spPr>
        <p:txBody>
          <a:bodyPr wrap="square" anchor="t"/>
          <a:lstStyle/>
          <a:p>
            <a:pPr marL="0" indent="0" algn="l">
              <a:lnSpc>
                <a:spcPct val="140000"/>
              </a:lnSpc>
              <a:buNone/>
              <a:defRPr/>
            </a:pPr>
            <a:r>
              <a:rPr lang="en-US" sz="900">
                <a:solidFill>
                  <a:srgbClr val="595959"/>
                </a:solidFill>
                <a:latin typeface="맑은 고딕"/>
                <a:ea typeface="맑은 고딕"/>
                <a:cs typeface="맑은 고딕"/>
              </a:rPr>
              <a:t>현장에서 실제로 자주 발생하는 불량 유형 중심으로 선정</a:t>
            </a:r>
            <a:endParaRPr lang="en-US" sz="900">
              <a:solidFill>
                <a:srgbClr val="595959"/>
              </a:solidFill>
              <a:latin typeface="맑은 고딕"/>
              <a:ea typeface="맑은 고딕"/>
              <a:cs typeface="맑은 고딕"/>
            </a:endParaRPr>
          </a:p>
          <a:p>
            <a:pPr marL="0" indent="0" algn="l">
              <a:lnSpc>
                <a:spcPct val="140000"/>
              </a:lnSpc>
              <a:buNone/>
              <a:defRPr/>
            </a:pPr>
            <a:r>
              <a:rPr lang="en-US" sz="900">
                <a:solidFill>
                  <a:srgbClr val="595959"/>
                </a:solidFill>
                <a:latin typeface="맑은 고딕"/>
                <a:ea typeface="맑은 고딕"/>
                <a:cs typeface="맑은 고딕"/>
              </a:rPr>
              <a:t>→ 파티클 / 스크래치 / 크랙 / 누설전류 등 대표 불량 10종</a:t>
            </a:r>
            <a:endParaRPr lang="en-US" sz="900"/>
          </a:p>
        </p:txBody>
      </p:sp>
      <p:sp>
        <p:nvSpPr>
          <p:cNvPr id="50" name="Shape 14"/>
          <p:cNvSpPr/>
          <p:nvPr/>
        </p:nvSpPr>
        <p:spPr>
          <a:xfrm>
            <a:off x="3127248" y="1636776"/>
            <a:ext cx="2670048" cy="1572768"/>
          </a:xfrm>
          <a:prstGeom prst="rect">
            <a:avLst/>
          </a:prstGeom>
          <a:solidFill>
            <a:srgbClr val="f4f6fa"/>
          </a:solidFill>
          <a:ln w="12700">
            <a:solidFill>
              <a:srgbClr val="1d9e75"/>
            </a:solidFill>
            <a:prstDash val="solid"/>
          </a:ln>
        </p:spPr>
        <p:txBody>
          <a:bodyPr anchor="ctr"/>
          <a:lstStyle/>
          <a:p>
            <a:pPr algn="ctr">
              <a:defRPr/>
            </a:pPr>
            <a:endParaRPr lang="ko-KR" altLang="en-US"/>
          </a:p>
        </p:txBody>
      </p:sp>
      <p:sp>
        <p:nvSpPr>
          <p:cNvPr id="51" name="Shape 15"/>
          <p:cNvSpPr/>
          <p:nvPr/>
        </p:nvSpPr>
        <p:spPr>
          <a:xfrm>
            <a:off x="3127248" y="1636776"/>
            <a:ext cx="2670048" cy="384048"/>
          </a:xfrm>
          <a:prstGeom prst="rect">
            <a:avLst/>
          </a:prstGeom>
          <a:solidFill>
            <a:srgbClr val="1d9e75"/>
          </a:solidFill>
          <a:ln w="12700">
            <a:solidFill>
              <a:srgbClr val="1d9e75"/>
            </a:solidFill>
            <a:prstDash val="solid"/>
          </a:ln>
        </p:spPr>
        <p:txBody>
          <a:bodyPr anchor="ctr"/>
          <a:lstStyle/>
          <a:p>
            <a:pPr algn="ctr">
              <a:defRPr/>
            </a:pPr>
            <a:endParaRPr lang="ko-KR" altLang="en-US"/>
          </a:p>
        </p:txBody>
      </p:sp>
      <p:sp>
        <p:nvSpPr>
          <p:cNvPr id="52" name="Text 16"/>
          <p:cNvSpPr/>
          <p:nvPr/>
        </p:nvSpPr>
        <p:spPr>
          <a:xfrm>
            <a:off x="3127248" y="1636776"/>
            <a:ext cx="2670048" cy="384048"/>
          </a:xfrm>
          <a:prstGeom prst="rect">
            <a:avLst/>
          </a:prstGeom>
          <a:noFill/>
          <a:ln/>
        </p:spPr>
        <p:txBody>
          <a:bodyPr wrap="square" anchor="ctr"/>
          <a:lstStyle/>
          <a:p>
            <a:pPr marL="0" indent="0" algn="ctr">
              <a:buNone/>
              <a:defRPr/>
            </a:pPr>
            <a:r>
              <a:rPr lang="en-US" sz="1000" b="1">
                <a:solidFill>
                  <a:srgbClr val="ffffff"/>
                </a:solidFill>
                <a:latin typeface="맑은 고딕"/>
                <a:ea typeface="맑은 고딕"/>
                <a:cs typeface="맑은 고딕"/>
              </a:rPr>
              <a:t>Positive</a:t>
            </a:r>
            <a:endParaRPr lang="en-US" sz="1000" b="1">
              <a:solidFill>
                <a:srgbClr val="ffffff"/>
              </a:solidFill>
              <a:latin typeface="맑은 고딕"/>
              <a:ea typeface="맑은 고딕"/>
              <a:cs typeface="맑은 고딕"/>
            </a:endParaRPr>
          </a:p>
          <a:p>
            <a:pPr marL="0" indent="0" algn="ctr">
              <a:buNone/>
              <a:defRPr/>
            </a:pPr>
            <a:r>
              <a:rPr lang="en-US" sz="1000" b="1">
                <a:solidFill>
                  <a:srgbClr val="ffffff"/>
                </a:solidFill>
                <a:latin typeface="맑은 고딕"/>
                <a:ea typeface="맑은 고딕"/>
                <a:cs typeface="맑은 고딕"/>
              </a:rPr>
              <a:t>설계 원칙</a:t>
            </a:r>
            <a:endParaRPr lang="en-US" sz="1000"/>
          </a:p>
        </p:txBody>
      </p:sp>
      <p:sp>
        <p:nvSpPr>
          <p:cNvPr id="53" name="Text 17"/>
          <p:cNvSpPr/>
          <p:nvPr/>
        </p:nvSpPr>
        <p:spPr>
          <a:xfrm>
            <a:off x="3218688" y="2057400"/>
            <a:ext cx="2487168" cy="1115568"/>
          </a:xfrm>
          <a:prstGeom prst="rect">
            <a:avLst/>
          </a:prstGeom>
          <a:noFill/>
          <a:ln/>
        </p:spPr>
        <p:txBody>
          <a:bodyPr wrap="square" anchor="t"/>
          <a:lstStyle/>
          <a:p>
            <a:pPr marL="0" indent="0" algn="l">
              <a:lnSpc>
                <a:spcPct val="140000"/>
              </a:lnSpc>
              <a:buNone/>
              <a:defRPr/>
            </a:pPr>
            <a:r>
              <a:rPr lang="en-US" sz="900">
                <a:solidFill>
                  <a:srgbClr val="595959"/>
                </a:solidFill>
                <a:latin typeface="맑은 고딕"/>
                <a:ea typeface="맑은 고딕"/>
                <a:cs typeface="맑은 고딕"/>
              </a:rPr>
              <a:t>동일 불량을 다른 현장 표현 방식으로 기술한 문서 구성</a:t>
            </a:r>
            <a:endParaRPr lang="en-US" sz="900">
              <a:solidFill>
                <a:srgbClr val="595959"/>
              </a:solidFill>
              <a:latin typeface="맑은 고딕"/>
              <a:ea typeface="맑은 고딕"/>
              <a:cs typeface="맑은 고딕"/>
            </a:endParaRPr>
          </a:p>
          <a:p>
            <a:pPr marL="0" indent="0" algn="l">
              <a:lnSpc>
                <a:spcPct val="140000"/>
              </a:lnSpc>
              <a:buNone/>
              <a:defRPr/>
            </a:pPr>
            <a:r>
              <a:rPr lang="en-US" sz="900">
                <a:solidFill>
                  <a:srgbClr val="595959"/>
                </a:solidFill>
                <a:latin typeface="맑은 고딕"/>
                <a:ea typeface="맑은 고딕"/>
                <a:cs typeface="맑은 고딕"/>
              </a:rPr>
              <a:t>→ 한국어 / 영어 혼용 / 약어 / 형식 변형 등 3~4가지 표현 적용</a:t>
            </a:r>
            <a:endParaRPr lang="en-US" sz="900"/>
          </a:p>
        </p:txBody>
      </p:sp>
      <p:sp>
        <p:nvSpPr>
          <p:cNvPr id="54" name="Shape 18"/>
          <p:cNvSpPr/>
          <p:nvPr/>
        </p:nvSpPr>
        <p:spPr>
          <a:xfrm>
            <a:off x="5980176" y="1636776"/>
            <a:ext cx="2670048" cy="1572768"/>
          </a:xfrm>
          <a:prstGeom prst="rect">
            <a:avLst/>
          </a:prstGeom>
          <a:solidFill>
            <a:srgbClr val="f4f6fa"/>
          </a:solidFill>
          <a:ln w="12700">
            <a:solidFill>
              <a:srgbClr val="a32d2d"/>
            </a:solidFill>
            <a:prstDash val="solid"/>
          </a:ln>
        </p:spPr>
        <p:txBody>
          <a:bodyPr anchor="ctr"/>
          <a:lstStyle/>
          <a:p>
            <a:pPr algn="ctr">
              <a:defRPr/>
            </a:pPr>
            <a:endParaRPr lang="ko-KR" altLang="en-US"/>
          </a:p>
        </p:txBody>
      </p:sp>
      <p:sp>
        <p:nvSpPr>
          <p:cNvPr id="55" name="Shape 19"/>
          <p:cNvSpPr/>
          <p:nvPr/>
        </p:nvSpPr>
        <p:spPr>
          <a:xfrm>
            <a:off x="5980176" y="1636776"/>
            <a:ext cx="2670048" cy="384048"/>
          </a:xfrm>
          <a:prstGeom prst="rect">
            <a:avLst/>
          </a:prstGeom>
          <a:solidFill>
            <a:srgbClr val="a32d2d"/>
          </a:solidFill>
          <a:ln w="12700">
            <a:solidFill>
              <a:srgbClr val="a32d2d"/>
            </a:solidFill>
            <a:prstDash val="solid"/>
          </a:ln>
        </p:spPr>
        <p:txBody>
          <a:bodyPr anchor="ctr"/>
          <a:lstStyle/>
          <a:p>
            <a:pPr algn="ctr">
              <a:defRPr/>
            </a:pPr>
            <a:endParaRPr lang="ko-KR" altLang="en-US"/>
          </a:p>
        </p:txBody>
      </p:sp>
      <p:sp>
        <p:nvSpPr>
          <p:cNvPr id="56" name="Text 20"/>
          <p:cNvSpPr/>
          <p:nvPr/>
        </p:nvSpPr>
        <p:spPr>
          <a:xfrm>
            <a:off x="5980176" y="1636776"/>
            <a:ext cx="2670048" cy="384048"/>
          </a:xfrm>
          <a:prstGeom prst="rect">
            <a:avLst/>
          </a:prstGeom>
          <a:noFill/>
          <a:ln/>
        </p:spPr>
        <p:txBody>
          <a:bodyPr wrap="square" anchor="ctr"/>
          <a:lstStyle/>
          <a:p>
            <a:pPr marL="0" indent="0" algn="ctr">
              <a:buNone/>
              <a:defRPr/>
            </a:pPr>
            <a:r>
              <a:rPr lang="en-US" sz="1000" b="1">
                <a:solidFill>
                  <a:srgbClr val="ffffff"/>
                </a:solidFill>
                <a:latin typeface="맑은 고딕"/>
                <a:ea typeface="맑은 고딕"/>
                <a:cs typeface="맑은 고딕"/>
              </a:rPr>
              <a:t>Negative</a:t>
            </a:r>
            <a:endParaRPr lang="en-US" sz="1000" b="1">
              <a:solidFill>
                <a:srgbClr val="ffffff"/>
              </a:solidFill>
              <a:latin typeface="맑은 고딕"/>
              <a:ea typeface="맑은 고딕"/>
              <a:cs typeface="맑은 고딕"/>
            </a:endParaRPr>
          </a:p>
          <a:p>
            <a:pPr marL="0" indent="0" algn="ctr">
              <a:buNone/>
              <a:defRPr/>
            </a:pPr>
            <a:r>
              <a:rPr lang="en-US" sz="1000" b="1">
                <a:solidFill>
                  <a:srgbClr val="ffffff"/>
                </a:solidFill>
                <a:latin typeface="맑은 고딕"/>
                <a:ea typeface="맑은 고딕"/>
                <a:cs typeface="맑은 고딕"/>
              </a:rPr>
              <a:t>설계 원칙</a:t>
            </a:r>
            <a:endParaRPr lang="en-US" sz="1000"/>
          </a:p>
        </p:txBody>
      </p:sp>
      <p:sp>
        <p:nvSpPr>
          <p:cNvPr id="57" name="Text 21"/>
          <p:cNvSpPr/>
          <p:nvPr/>
        </p:nvSpPr>
        <p:spPr>
          <a:xfrm>
            <a:off x="6071616" y="2057400"/>
            <a:ext cx="2487168" cy="1115568"/>
          </a:xfrm>
          <a:prstGeom prst="rect">
            <a:avLst/>
          </a:prstGeom>
          <a:noFill/>
          <a:ln/>
        </p:spPr>
        <p:txBody>
          <a:bodyPr wrap="square" anchor="t"/>
          <a:lstStyle/>
          <a:p>
            <a:pPr marL="0" indent="0" algn="l">
              <a:lnSpc>
                <a:spcPct val="140000"/>
              </a:lnSpc>
              <a:buNone/>
              <a:defRPr/>
            </a:pPr>
            <a:r>
              <a:rPr lang="en-US" sz="900">
                <a:solidFill>
                  <a:srgbClr val="595959"/>
                </a:solidFill>
                <a:latin typeface="맑은 고딕"/>
                <a:ea typeface="맑은 고딕"/>
                <a:cs typeface="맑은 고딕"/>
              </a:rPr>
              <a:t>계층 거리에 따라 3단계로 차별화하여 구성</a:t>
            </a:r>
            <a:endParaRPr lang="en-US" sz="900">
              <a:solidFill>
                <a:srgbClr val="595959"/>
              </a:solidFill>
              <a:latin typeface="맑은 고딕"/>
              <a:ea typeface="맑은 고딕"/>
              <a:cs typeface="맑은 고딕"/>
            </a:endParaRPr>
          </a:p>
          <a:p>
            <a:pPr marL="0" indent="0" algn="l">
              <a:lnSpc>
                <a:spcPct val="140000"/>
              </a:lnSpc>
              <a:buNone/>
              <a:defRPr/>
            </a:pPr>
            <a:r>
              <a:rPr lang="en-US" sz="900">
                <a:solidFill>
                  <a:srgbClr val="595959"/>
                </a:solidFill>
                <a:latin typeface="맑은 고딕"/>
                <a:ea typeface="맑은 고딕"/>
                <a:cs typeface="맑은 고딕"/>
              </a:rPr>
              <a:t>→ 거리 1: 같은 소분류 내 다른 원인 (현장에서 가장 혼동하는 케이스 집중)</a:t>
            </a:r>
            <a:endParaRPr lang="en-US" sz="900">
              <a:solidFill>
                <a:srgbClr val="595959"/>
              </a:solidFill>
              <a:latin typeface="맑은 고딕"/>
              <a:ea typeface="맑은 고딕"/>
              <a:cs typeface="맑은 고딕"/>
            </a:endParaRPr>
          </a:p>
          <a:p>
            <a:pPr marL="0" indent="0" algn="l">
              <a:lnSpc>
                <a:spcPct val="140000"/>
              </a:lnSpc>
              <a:buNone/>
              <a:defRPr/>
            </a:pPr>
            <a:r>
              <a:rPr lang="en-US" sz="900">
                <a:solidFill>
                  <a:srgbClr val="595959"/>
                </a:solidFill>
                <a:latin typeface="맑은 고딕"/>
                <a:ea typeface="맑은 고딕"/>
                <a:cs typeface="맑은 고딕"/>
              </a:rPr>
              <a:t>→ 거리 2: 같은 대분류 내 다른 유형  /  거리 3: 완전히 다른 대분류</a:t>
            </a:r>
            <a:endParaRPr lang="en-US" sz="900"/>
          </a:p>
        </p:txBody>
      </p:sp>
      <p:sp>
        <p:nvSpPr>
          <p:cNvPr id="58" name="Shape 22"/>
          <p:cNvSpPr/>
          <p:nvPr/>
        </p:nvSpPr>
        <p:spPr>
          <a:xfrm>
            <a:off x="274320" y="3282696"/>
            <a:ext cx="8595360" cy="292608"/>
          </a:xfrm>
          <a:prstGeom prst="rect">
            <a:avLst/>
          </a:prstGeom>
          <a:solidFill>
            <a:srgbClr val="1b3a6b"/>
          </a:solidFill>
          <a:ln w="12700">
            <a:solidFill>
              <a:srgbClr val="1b3a6b"/>
            </a:solidFill>
            <a:prstDash val="solid"/>
          </a:ln>
        </p:spPr>
        <p:txBody>
          <a:bodyPr anchor="ctr"/>
          <a:lstStyle/>
          <a:p>
            <a:pPr algn="ctr">
              <a:defRPr/>
            </a:pPr>
            <a:endParaRPr lang="ko-KR" altLang="en-US"/>
          </a:p>
        </p:txBody>
      </p:sp>
      <p:sp>
        <p:nvSpPr>
          <p:cNvPr id="59" name="Text 23"/>
          <p:cNvSpPr/>
          <p:nvPr/>
        </p:nvSpPr>
        <p:spPr>
          <a:xfrm>
            <a:off x="347472" y="3282696"/>
            <a:ext cx="8412480" cy="292608"/>
          </a:xfrm>
          <a:prstGeom prst="rect">
            <a:avLst/>
          </a:prstGeom>
          <a:noFill/>
          <a:ln/>
        </p:spPr>
        <p:txBody>
          <a:bodyPr wrap="square" anchor="ctr"/>
          <a:lstStyle/>
          <a:p>
            <a:pPr marL="0" indent="0" algn="l">
              <a:buNone/>
              <a:defRPr/>
            </a:pPr>
            <a:r>
              <a:rPr lang="en-US" sz="1100" b="1">
                <a:solidFill>
                  <a:srgbClr val="ffffff"/>
                </a:solidFill>
                <a:latin typeface="맑은 고딕"/>
                <a:ea typeface="맑은 고딕"/>
                <a:cs typeface="맑은 고딕"/>
              </a:rPr>
              <a:t>STEP 3   실제 합성 데이터 생성 예시 — 현장 형식 그대로 반영</a:t>
            </a:r>
            <a:endParaRPr lang="en-US" sz="1100"/>
          </a:p>
        </p:txBody>
      </p:sp>
      <p:sp>
        <p:nvSpPr>
          <p:cNvPr id="60" name="Shape 24"/>
          <p:cNvSpPr/>
          <p:nvPr/>
        </p:nvSpPr>
        <p:spPr>
          <a:xfrm>
            <a:off x="274320" y="3630168"/>
            <a:ext cx="2670048" cy="1261872"/>
          </a:xfrm>
          <a:prstGeom prst="rect">
            <a:avLst/>
          </a:prstGeom>
          <a:solidFill>
            <a:srgbClr val="fafafa"/>
          </a:solidFill>
          <a:ln w="10160">
            <a:solidFill>
              <a:srgbClr val="185fa5"/>
            </a:solidFill>
            <a:prstDash val="solid"/>
          </a:ln>
        </p:spPr>
        <p:txBody>
          <a:bodyPr anchor="ctr"/>
          <a:lstStyle/>
          <a:p>
            <a:pPr algn="ctr">
              <a:defRPr/>
            </a:pPr>
            <a:endParaRPr lang="ko-KR" altLang="en-US"/>
          </a:p>
        </p:txBody>
      </p:sp>
      <p:sp>
        <p:nvSpPr>
          <p:cNvPr id="61" name="Shape 25"/>
          <p:cNvSpPr/>
          <p:nvPr/>
        </p:nvSpPr>
        <p:spPr>
          <a:xfrm>
            <a:off x="274320" y="3630168"/>
            <a:ext cx="2670048" cy="292608"/>
          </a:xfrm>
          <a:prstGeom prst="rect">
            <a:avLst/>
          </a:prstGeom>
          <a:solidFill>
            <a:srgbClr val="185fa5"/>
          </a:solidFill>
          <a:ln w="12700">
            <a:solidFill>
              <a:srgbClr val="185fa5"/>
            </a:solidFill>
            <a:prstDash val="solid"/>
          </a:ln>
        </p:spPr>
        <p:txBody>
          <a:bodyPr anchor="ctr"/>
          <a:lstStyle/>
          <a:p>
            <a:pPr algn="ctr">
              <a:defRPr/>
            </a:pPr>
            <a:endParaRPr lang="ko-KR" altLang="en-US"/>
          </a:p>
        </p:txBody>
      </p:sp>
      <p:sp>
        <p:nvSpPr>
          <p:cNvPr id="62" name="Text 26"/>
          <p:cNvSpPr/>
          <p:nvPr/>
        </p:nvSpPr>
        <p:spPr>
          <a:xfrm>
            <a:off x="274320" y="3630168"/>
            <a:ext cx="2670048" cy="292608"/>
          </a:xfrm>
          <a:prstGeom prst="rect">
            <a:avLst/>
          </a:prstGeom>
          <a:noFill/>
          <a:ln/>
        </p:spPr>
        <p:txBody>
          <a:bodyPr wrap="square" anchor="ctr"/>
          <a:lstStyle/>
          <a:p>
            <a:pPr marL="0" indent="0" algn="ctr">
              <a:buNone/>
              <a:defRPr/>
            </a:pPr>
            <a:r>
              <a:rPr lang="en-US" sz="950" b="1">
                <a:solidFill>
                  <a:srgbClr val="ffffff"/>
                </a:solidFill>
                <a:latin typeface="맑은 고딕"/>
                <a:ea typeface="맑은 고딕"/>
                <a:cs typeface="맑은 고딕"/>
              </a:rPr>
              <a:t>Anchor</a:t>
            </a:r>
            <a:endParaRPr lang="en-US" sz="950"/>
          </a:p>
        </p:txBody>
      </p:sp>
      <p:sp>
        <p:nvSpPr>
          <p:cNvPr id="63" name="Text 27"/>
          <p:cNvSpPr/>
          <p:nvPr/>
        </p:nvSpPr>
        <p:spPr>
          <a:xfrm>
            <a:off x="347472" y="3959352"/>
            <a:ext cx="2542032" cy="896112"/>
          </a:xfrm>
          <a:prstGeom prst="rect">
            <a:avLst/>
          </a:prstGeom>
          <a:noFill/>
          <a:ln/>
        </p:spPr>
        <p:txBody>
          <a:bodyPr wrap="square" anchor="t"/>
          <a:lstStyle/>
          <a:p>
            <a:pPr marL="0" indent="0" algn="l">
              <a:lnSpc>
                <a:spcPct val="138000"/>
              </a:lnSpc>
              <a:buNone/>
              <a:defRPr/>
            </a:pPr>
            <a:r>
              <a:rPr lang="en-US" sz="750">
                <a:solidFill>
                  <a:srgbClr val="595959"/>
                </a:solidFill>
                <a:latin typeface="맑은 고딕"/>
                <a:ea typeface="맑은 고딕"/>
                <a:cs typeface="맑은 고딕"/>
              </a:rPr>
              <a:t>"식각 공정에서 웨이퍼 표면 파티클 밀도 기준치 (0.1개/cm²) 초과 발생</a:t>
            </a:r>
            <a:endParaRPr lang="en-US" sz="750">
              <a:solidFill>
                <a:srgbClr val="595959"/>
              </a:solidFill>
              <a:latin typeface="맑은 고딕"/>
              <a:ea typeface="맑은 고딕"/>
              <a:cs typeface="맑은 고딕"/>
            </a:endParaRPr>
          </a:p>
          <a:p>
            <a:pPr marL="0" indent="0" algn="l">
              <a:lnSpc>
                <a:spcPct val="138000"/>
              </a:lnSpc>
              <a:buNone/>
              <a:defRPr/>
            </a:pPr>
            <a:r>
              <a:rPr lang="en-US" sz="750">
                <a:solidFill>
                  <a:srgbClr val="595959"/>
                </a:solidFill>
                <a:latin typeface="맑은 고딕"/>
                <a:ea typeface="맑은 고딕"/>
                <a:cs typeface="맑은 고딕"/>
              </a:rPr>
              <a:t>→ 클린룸 기류 이상으로 판단 → 필터 점검 및 청정도 등급 재측정 시행"</a:t>
            </a:r>
            <a:endParaRPr lang="en-US" sz="750"/>
          </a:p>
        </p:txBody>
      </p:sp>
      <p:sp>
        <p:nvSpPr>
          <p:cNvPr id="64" name="Shape 28"/>
          <p:cNvSpPr/>
          <p:nvPr/>
        </p:nvSpPr>
        <p:spPr>
          <a:xfrm>
            <a:off x="3127248" y="3630168"/>
            <a:ext cx="2670048" cy="1261872"/>
          </a:xfrm>
          <a:prstGeom prst="rect">
            <a:avLst/>
          </a:prstGeom>
          <a:solidFill>
            <a:srgbClr val="fafafa"/>
          </a:solidFill>
          <a:ln w="10160">
            <a:solidFill>
              <a:srgbClr val="1d9e75"/>
            </a:solidFill>
            <a:prstDash val="solid"/>
          </a:ln>
        </p:spPr>
        <p:txBody>
          <a:bodyPr anchor="ctr"/>
          <a:lstStyle/>
          <a:p>
            <a:pPr algn="ctr">
              <a:defRPr/>
            </a:pPr>
            <a:endParaRPr lang="ko-KR" altLang="en-US"/>
          </a:p>
        </p:txBody>
      </p:sp>
      <p:sp>
        <p:nvSpPr>
          <p:cNvPr id="65" name="Shape 29"/>
          <p:cNvSpPr/>
          <p:nvPr/>
        </p:nvSpPr>
        <p:spPr>
          <a:xfrm>
            <a:off x="3127248" y="3630168"/>
            <a:ext cx="2670048" cy="292608"/>
          </a:xfrm>
          <a:prstGeom prst="rect">
            <a:avLst/>
          </a:prstGeom>
          <a:solidFill>
            <a:srgbClr val="1d9e75"/>
          </a:solidFill>
          <a:ln w="12700">
            <a:solidFill>
              <a:srgbClr val="1d9e75"/>
            </a:solidFill>
            <a:prstDash val="solid"/>
          </a:ln>
        </p:spPr>
        <p:txBody>
          <a:bodyPr anchor="ctr"/>
          <a:lstStyle/>
          <a:p>
            <a:pPr algn="ctr">
              <a:defRPr/>
            </a:pPr>
            <a:endParaRPr lang="ko-KR" altLang="en-US"/>
          </a:p>
        </p:txBody>
      </p:sp>
      <p:sp>
        <p:nvSpPr>
          <p:cNvPr id="66" name="Text 30"/>
          <p:cNvSpPr/>
          <p:nvPr/>
        </p:nvSpPr>
        <p:spPr>
          <a:xfrm>
            <a:off x="3127248" y="3630168"/>
            <a:ext cx="2670048" cy="292608"/>
          </a:xfrm>
          <a:prstGeom prst="rect">
            <a:avLst/>
          </a:prstGeom>
          <a:noFill/>
          <a:ln/>
        </p:spPr>
        <p:txBody>
          <a:bodyPr wrap="square" anchor="ctr"/>
          <a:lstStyle/>
          <a:p>
            <a:pPr marL="0" indent="0" algn="ctr">
              <a:buNone/>
              <a:defRPr/>
            </a:pPr>
            <a:r>
              <a:rPr lang="en-US" sz="950" b="1">
                <a:solidFill>
                  <a:srgbClr val="ffffff"/>
                </a:solidFill>
                <a:latin typeface="맑은 고딕"/>
                <a:ea typeface="맑은 고딕"/>
                <a:cs typeface="맑은 고딕"/>
              </a:rPr>
              <a:t>Positive</a:t>
            </a:r>
            <a:endParaRPr lang="en-US" sz="950" b="1">
              <a:solidFill>
                <a:srgbClr val="ffffff"/>
              </a:solidFill>
              <a:latin typeface="맑은 고딕"/>
              <a:ea typeface="맑은 고딕"/>
              <a:cs typeface="맑은 고딕"/>
            </a:endParaRPr>
          </a:p>
          <a:p>
            <a:pPr marL="0" indent="0" algn="ctr">
              <a:buNone/>
              <a:defRPr/>
            </a:pPr>
            <a:r>
              <a:rPr lang="en-US" sz="950" b="1">
                <a:solidFill>
                  <a:srgbClr val="ffffff"/>
                </a:solidFill>
                <a:latin typeface="맑은 고딕"/>
                <a:ea typeface="맑은 고딕"/>
                <a:cs typeface="맑은 고딕"/>
              </a:rPr>
              <a:t>(다른 표현)</a:t>
            </a:r>
            <a:endParaRPr lang="en-US" sz="950"/>
          </a:p>
        </p:txBody>
      </p:sp>
      <p:sp>
        <p:nvSpPr>
          <p:cNvPr id="67" name="Text 31"/>
          <p:cNvSpPr/>
          <p:nvPr/>
        </p:nvSpPr>
        <p:spPr>
          <a:xfrm>
            <a:off x="3200400" y="3959352"/>
            <a:ext cx="2542032" cy="896112"/>
          </a:xfrm>
          <a:prstGeom prst="rect">
            <a:avLst/>
          </a:prstGeom>
          <a:noFill/>
          <a:ln/>
        </p:spPr>
        <p:txBody>
          <a:bodyPr wrap="square" anchor="t"/>
          <a:lstStyle/>
          <a:p>
            <a:pPr marL="0" indent="0" algn="l">
              <a:lnSpc>
                <a:spcPct val="138000"/>
              </a:lnSpc>
              <a:buNone/>
              <a:defRPr/>
            </a:pPr>
            <a:r>
              <a:rPr lang="en-US" sz="750">
                <a:solidFill>
                  <a:srgbClr val="595959"/>
                </a:solidFill>
                <a:latin typeface="맑은 고딕"/>
                <a:ea typeface="맑은 고딕"/>
                <a:cs typeface="맑은 고딕"/>
              </a:rPr>
              <a:t>"Particle density NG (0.1/cm² 초과) — 청정도 저하로 인한 오염 발생</a:t>
            </a:r>
            <a:endParaRPr lang="en-US" sz="750">
              <a:solidFill>
                <a:srgbClr val="595959"/>
              </a:solidFill>
              <a:latin typeface="맑은 고딕"/>
              <a:ea typeface="맑은 고딕"/>
              <a:cs typeface="맑은 고딕"/>
            </a:endParaRPr>
          </a:p>
          <a:p>
            <a:pPr marL="0" indent="0" algn="l">
              <a:lnSpc>
                <a:spcPct val="138000"/>
              </a:lnSpc>
              <a:buNone/>
              <a:defRPr/>
            </a:pPr>
            <a:r>
              <a:rPr lang="en-US" sz="750">
                <a:solidFill>
                  <a:srgbClr val="595959"/>
                </a:solidFill>
                <a:latin typeface="맑은 고딕"/>
                <a:ea typeface="맑은 고딕"/>
                <a:cs typeface="맑은 고딕"/>
              </a:rPr>
              <a:t>→ 클린룸 관리 기준 재점검 및 Air shower 가동 시간 연장 조치"</a:t>
            </a:r>
            <a:endParaRPr lang="en-US" sz="750"/>
          </a:p>
        </p:txBody>
      </p:sp>
      <p:sp>
        <p:nvSpPr>
          <p:cNvPr id="68" name="Shape 32"/>
          <p:cNvSpPr/>
          <p:nvPr/>
        </p:nvSpPr>
        <p:spPr>
          <a:xfrm>
            <a:off x="5980176" y="3630168"/>
            <a:ext cx="2670048" cy="1261872"/>
          </a:xfrm>
          <a:prstGeom prst="rect">
            <a:avLst/>
          </a:prstGeom>
          <a:solidFill>
            <a:srgbClr val="fafafa"/>
          </a:solidFill>
          <a:ln w="10160">
            <a:solidFill>
              <a:srgbClr val="a32d2d"/>
            </a:solidFill>
            <a:prstDash val="solid"/>
          </a:ln>
        </p:spPr>
        <p:txBody>
          <a:bodyPr anchor="ctr"/>
          <a:lstStyle/>
          <a:p>
            <a:pPr algn="l">
              <a:defRPr/>
            </a:pPr>
            <a:endParaRPr lang="ko-KR" altLang="en-US"/>
          </a:p>
        </p:txBody>
      </p:sp>
      <p:sp>
        <p:nvSpPr>
          <p:cNvPr id="69" name="Shape 33"/>
          <p:cNvSpPr/>
          <p:nvPr/>
        </p:nvSpPr>
        <p:spPr>
          <a:xfrm>
            <a:off x="5980176" y="3630168"/>
            <a:ext cx="2670048" cy="292608"/>
          </a:xfrm>
          <a:prstGeom prst="rect">
            <a:avLst/>
          </a:prstGeom>
          <a:solidFill>
            <a:srgbClr val="a32d2d"/>
          </a:solidFill>
          <a:ln w="12700">
            <a:solidFill>
              <a:srgbClr val="a32d2d"/>
            </a:solidFill>
            <a:prstDash val="solid"/>
          </a:ln>
        </p:spPr>
        <p:txBody>
          <a:bodyPr anchor="ctr"/>
          <a:lstStyle/>
          <a:p>
            <a:pPr algn="ctr">
              <a:defRPr/>
            </a:pPr>
            <a:endParaRPr lang="ko-KR" altLang="en-US"/>
          </a:p>
        </p:txBody>
      </p:sp>
      <p:sp>
        <p:nvSpPr>
          <p:cNvPr id="70" name="Text 34"/>
          <p:cNvSpPr/>
          <p:nvPr/>
        </p:nvSpPr>
        <p:spPr>
          <a:xfrm>
            <a:off x="5980176" y="3630168"/>
            <a:ext cx="2670048" cy="292608"/>
          </a:xfrm>
          <a:prstGeom prst="rect">
            <a:avLst/>
          </a:prstGeom>
          <a:noFill/>
          <a:ln/>
        </p:spPr>
        <p:txBody>
          <a:bodyPr wrap="square" anchor="ctr"/>
          <a:lstStyle/>
          <a:p>
            <a:pPr marL="0" indent="0" algn="ctr">
              <a:buNone/>
              <a:defRPr/>
            </a:pPr>
            <a:r>
              <a:rPr lang="en-US" sz="950" b="1">
                <a:solidFill>
                  <a:srgbClr val="ffffff"/>
                </a:solidFill>
                <a:latin typeface="맑은 고딕"/>
                <a:ea typeface="맑은 고딕"/>
                <a:cs typeface="맑은 고딕"/>
              </a:rPr>
              <a:t>Negative</a:t>
            </a:r>
            <a:endParaRPr lang="en-US" sz="950" b="1">
              <a:solidFill>
                <a:srgbClr val="ffffff"/>
              </a:solidFill>
              <a:latin typeface="맑은 고딕"/>
              <a:ea typeface="맑은 고딕"/>
              <a:cs typeface="맑은 고딕"/>
            </a:endParaRPr>
          </a:p>
          <a:p>
            <a:pPr marL="0" indent="0" algn="ctr">
              <a:buNone/>
              <a:defRPr/>
            </a:pPr>
            <a:r>
              <a:rPr lang="en-US" sz="950" b="1">
                <a:solidFill>
                  <a:srgbClr val="ffffff"/>
                </a:solidFill>
                <a:latin typeface="맑은 고딕"/>
                <a:ea typeface="맑은 고딕"/>
                <a:cs typeface="맑은 고딕"/>
              </a:rPr>
              <a:t>(계층거리 1)</a:t>
            </a:r>
            <a:endParaRPr lang="en-US" sz="950"/>
          </a:p>
        </p:txBody>
      </p:sp>
      <p:sp>
        <p:nvSpPr>
          <p:cNvPr id="71" name="Text 35"/>
          <p:cNvSpPr/>
          <p:nvPr/>
        </p:nvSpPr>
        <p:spPr>
          <a:xfrm>
            <a:off x="6053328" y="3959352"/>
            <a:ext cx="2542032" cy="896112"/>
          </a:xfrm>
          <a:prstGeom prst="rect">
            <a:avLst/>
          </a:prstGeom>
          <a:noFill/>
          <a:ln/>
        </p:spPr>
        <p:txBody>
          <a:bodyPr wrap="square" anchor="t"/>
          <a:lstStyle/>
          <a:p>
            <a:pPr marL="0" indent="0">
              <a:lnSpc>
                <a:spcPct val="138000"/>
              </a:lnSpc>
              <a:buNone/>
              <a:defRPr/>
            </a:pPr>
            <a:r>
              <a:rPr lang="en-US" sz="750">
                <a:solidFill>
                  <a:srgbClr val="595959"/>
                </a:solidFill>
                <a:latin typeface="맑은 고딕"/>
                <a:ea typeface="맑은 고딕"/>
                <a:cs typeface="맑은 고딕"/>
              </a:rPr>
              <a:t>"식각 공정 웨이퍼 표면 대형 파티클 (15μm 초과) 검출</a:t>
            </a:r>
            <a:endParaRPr lang="en-US" sz="750">
              <a:solidFill>
                <a:srgbClr val="595959"/>
              </a:solidFill>
              <a:latin typeface="맑은 고딕"/>
              <a:ea typeface="맑은 고딕"/>
              <a:cs typeface="맑은 고딕"/>
            </a:endParaRPr>
          </a:p>
          <a:p>
            <a:pPr marL="0" indent="0" algn="l">
              <a:lnSpc>
                <a:spcPct val="138000"/>
              </a:lnSpc>
              <a:buNone/>
              <a:defRPr/>
            </a:pPr>
            <a:r>
              <a:rPr lang="en-US" sz="750">
                <a:solidFill>
                  <a:srgbClr val="595959"/>
                </a:solidFill>
                <a:latin typeface="맑은 고딕"/>
                <a:ea typeface="맑은 고딕"/>
                <a:cs typeface="맑은 고딕"/>
              </a:rPr>
              <a:t>→ 공정 필터 열화로 인한 대형 입자 유입 → 필터 교체 및 공정 재가동"</a:t>
            </a:r>
            <a:endParaRPr lang="en-US" sz="75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7" name="Rectangle 3"/>
          <p:cNvSpPr txBox="1">
            <a:spLocks noChangeArrowheads="1"/>
          </p:cNvSpPr>
          <p:nvPr/>
        </p:nvSpPr>
        <p:spPr>
          <a:xfrm>
            <a:off x="400012" y="1088974"/>
            <a:ext cx="4060579" cy="349301"/>
          </a:xfrm>
          <a:prstGeom prst="rect">
            <a:avLst/>
          </a:prstGeom>
          <a:noFill/>
          <a:ln>
            <a:noFill/>
          </a:ln>
          <a:effectLst/>
        </p:spPr>
        <p:txBody>
          <a:bodyPr vert="horz" wrap="square" lIns="0" tIns="0" rIns="0" bIns="0" anchor="t" anchorCtr="0">
            <a:prstTxWarp prst="textNoShape">
              <a:avLst/>
            </a:prstTxWarp>
            <a:spAutoFit/>
          </a:bodyPr>
          <a:lstStyle>
            <a:lvl1pPr marL="241795" indent="-241795" algn="l" defTabSz="597892" rtl="0" eaLnBrk="0" fontAlgn="base" hangingPunct="0">
              <a:lnSpc>
                <a:spcPct val="150000"/>
              </a:lnSpc>
              <a:spcBef>
                <a:spcPct val="115000"/>
              </a:spcBef>
              <a:spcAft>
                <a:spcPct val="0"/>
              </a:spcAft>
              <a:buClr>
                <a:schemeClr val="tx2"/>
              </a:buClr>
              <a:buFont typeface="Wingdings"/>
              <a:buChar char="n"/>
              <a:defRPr sz="1600" b="1">
                <a:solidFill>
                  <a:srgbClr val="000000"/>
                </a:solidFill>
                <a:latin typeface="Corbel"/>
                <a:ea typeface="맑은 고딕"/>
                <a:cs typeface="+mn-cs"/>
              </a:defRPr>
            </a:lvl1pPr>
            <a:lvl2pPr marL="410318" indent="-167058" algn="l" defTabSz="597892" rtl="0" eaLnBrk="0" fontAlgn="base" hangingPunct="0">
              <a:lnSpc>
                <a:spcPct val="150000"/>
              </a:lnSpc>
              <a:spcBef>
                <a:spcPct val="5000"/>
              </a:spcBef>
              <a:spcAft>
                <a:spcPct val="0"/>
              </a:spcAft>
              <a:buClr>
                <a:schemeClr val="tx2"/>
              </a:buClr>
              <a:buFont typeface="맑은 고딕"/>
              <a:buChar char="√"/>
              <a:defRPr sz="1400">
                <a:solidFill>
                  <a:srgbClr val="000000"/>
                </a:solidFill>
                <a:latin typeface="Corbel"/>
                <a:ea typeface="맑은 고딕"/>
              </a:defRPr>
            </a:lvl2pPr>
            <a:lvl3pPr marL="580307" indent="-168524" algn="l" defTabSz="597892" rtl="0" eaLnBrk="0" fontAlgn="base" hangingPunct="0">
              <a:lnSpc>
                <a:spcPct val="150000"/>
              </a:lnSpc>
              <a:spcBef>
                <a:spcPct val="8000"/>
              </a:spcBef>
              <a:spcAft>
                <a:spcPct val="0"/>
              </a:spcAft>
              <a:buClr>
                <a:schemeClr val="tx2"/>
              </a:buClr>
              <a:buFont typeface="Arial"/>
              <a:buChar char="•"/>
              <a:defRPr sz="1200">
                <a:solidFill>
                  <a:srgbClr val="000000"/>
                </a:solidFill>
                <a:latin typeface="Corbel"/>
                <a:ea typeface="맑은 고딕"/>
              </a:defRPr>
            </a:lvl3pPr>
            <a:lvl4pPr marL="748831" indent="-167058" algn="l" defTabSz="597892" rtl="0" eaLnBrk="0" fontAlgn="base" hangingPunct="0">
              <a:lnSpc>
                <a:spcPct val="150000"/>
              </a:lnSpc>
              <a:spcBef>
                <a:spcPct val="8000"/>
              </a:spcBef>
              <a:spcAft>
                <a:spcPct val="0"/>
              </a:spcAft>
              <a:buClr>
                <a:schemeClr val="tx2"/>
              </a:buClr>
              <a:buFont typeface="Arial"/>
              <a:buChar char="-"/>
              <a:defRPr sz="1200">
                <a:solidFill>
                  <a:srgbClr val="000000"/>
                </a:solidFill>
                <a:latin typeface="Corbel"/>
                <a:ea typeface="맑은 고딕"/>
              </a:defRPr>
            </a:lvl4pPr>
            <a:lvl5pPr marL="917354" indent="-167058" algn="l" defTabSz="597892" rtl="0" eaLnBrk="0" fontAlgn="base" hangingPunct="0">
              <a:lnSpc>
                <a:spcPct val="150000"/>
              </a:lnSpc>
              <a:spcBef>
                <a:spcPct val="8000"/>
              </a:spcBef>
              <a:spcAft>
                <a:spcPct val="0"/>
              </a:spcAft>
              <a:buClr>
                <a:srgbClr val="f37121"/>
              </a:buClr>
              <a:buFont typeface="Wingdings"/>
              <a:buChar char="§"/>
              <a:defRPr sz="1292">
                <a:solidFill>
                  <a:srgbClr val="000000"/>
                </a:solidFill>
                <a:latin typeface="맑은 고딕"/>
                <a:ea typeface="맑은 고딕"/>
              </a:defRPr>
            </a:lvl5pPr>
            <a:lvl6pPr marL="1339395"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6pPr>
            <a:lvl7pPr marL="1761436"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7pPr>
            <a:lvl8pPr marL="2183478"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8pPr>
            <a:lvl9pPr marL="2605519"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9pPr>
          </a:lstStyle>
          <a:p>
            <a:pPr>
              <a:lnSpc>
                <a:spcPct val="130000"/>
              </a:lnSpc>
              <a:spcBef>
                <a:spcPts val="600"/>
              </a:spcBef>
              <a:defRPr/>
            </a:pPr>
            <a:r>
              <a:rPr lang="ko-KR" altLang="en-US" sz="1800" kern="0">
                <a:solidFill>
                  <a:schemeClr val="accent1">
                    <a:lumMod val="75000"/>
                  </a:schemeClr>
                </a:solidFill>
              </a:rPr>
              <a:t>하이퍼파라미터 및 컴퓨팅 환경</a:t>
            </a:r>
            <a:endParaRPr lang="ko-KR" altLang="en-US" sz="1800" kern="0">
              <a:solidFill>
                <a:schemeClr val="accent1">
                  <a:lumMod val="75000"/>
                </a:schemeClr>
              </a:solidFill>
            </a:endParaRPr>
          </a:p>
        </p:txBody>
      </p:sp>
      <p:sp>
        <p:nvSpPr>
          <p:cNvPr id="2" name="제목 1"/>
          <p:cNvSpPr>
            <a:spLocks noGrp="1"/>
          </p:cNvSpPr>
          <p:nvPr>
            <p:ph type="title" idx="0"/>
          </p:nvPr>
        </p:nvSpPr>
        <p:spPr/>
        <p:txBody>
          <a:bodyPr/>
          <a:lstStyle/>
          <a:p>
            <a:pPr lvl="0">
              <a:defRPr/>
            </a:pPr>
            <a:r>
              <a:rPr lang="ko-KR" altLang="en-US"/>
              <a:t>실험</a:t>
            </a:r>
            <a:r>
              <a:rPr lang="en-US" altLang="ko-KR"/>
              <a:t> </a:t>
            </a:r>
            <a:r>
              <a:rPr lang="ko-KR" altLang="en-US"/>
              <a:t>구성 및 평가 방법 </a:t>
            </a:r>
            <a:r>
              <a:rPr lang="en-US" altLang="ko-KR"/>
              <a:t>(Experiment Settings)</a:t>
            </a:r>
            <a:r>
              <a:rPr lang="ko-KR" altLang="en-US"/>
              <a:t> </a:t>
            </a:r>
            <a:endParaRPr lang="ko-KR" altLang="en-US"/>
          </a:p>
        </p:txBody>
      </p:sp>
      <p:graphicFrame>
        <p:nvGraphicFramePr>
          <p:cNvPr id="27" name="Table 0"/>
          <p:cNvGraphicFramePr>
            <a:graphicFrameLocks noGrp="1"/>
          </p:cNvGraphicFramePr>
          <p:nvPr/>
        </p:nvGraphicFramePr>
        <p:xfrm>
          <a:off x="701957" y="1538979"/>
          <a:ext cx="5029200" cy="2880360"/>
        </p:xfrm>
        <a:graphic>
          <a:graphicData uri="http://schemas.openxmlformats.org/drawingml/2006/table">
            <a:tbl>
              <a:tblPr firstRow="1" bandRow="1"/>
              <a:tblGrid>
                <a:gridCol w="2377440"/>
                <a:gridCol w="2651760"/>
              </a:tblGrid>
              <a:tr h="320040">
                <a:tc>
                  <a:txBody>
                    <a:bodyPr vert="horz" lIns="91440" tIns="45720" rIns="91440" bIns="45720" anchor="ctr" anchorCtr="0"/>
                    <a:p>
                      <a:pPr marL="0" indent="0" algn="ctr">
                        <a:buNone/>
                        <a:defRPr/>
                      </a:pPr>
                      <a:r>
                        <a:rPr lang="en-US" sz="950" b="1">
                          <a:solidFill>
                            <a:srgbClr val="ffffff"/>
                          </a:solidFill>
                          <a:latin typeface="맑은 고딕"/>
                          <a:ea typeface="맑은 고딕"/>
                          <a:cs typeface="맑은 고딕"/>
                        </a:rPr>
                        <a:t>항목</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1b3a6b"/>
                    </a:solidFill>
                  </a:tcPr>
                </a:tc>
                <a:tc>
                  <a:txBody>
                    <a:bodyPr vert="horz" lIns="91440" tIns="45720" rIns="91440" bIns="45720" anchor="ctr" anchorCtr="0"/>
                    <a:p>
                      <a:pPr marL="0" indent="0" algn="ctr">
                        <a:buNone/>
                        <a:defRPr/>
                      </a:pPr>
                      <a:r>
                        <a:rPr lang="en-US" sz="950" b="1">
                          <a:solidFill>
                            <a:srgbClr val="ffffff"/>
                          </a:solidFill>
                          <a:latin typeface="맑은 고딕"/>
                          <a:ea typeface="맑은 고딕"/>
                          <a:cs typeface="맑은 고딕"/>
                        </a:rPr>
                        <a:t>설정값</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1b3a6b"/>
                    </a:solidFill>
                  </a:tcPr>
                </a:tc>
              </a:tr>
              <a:tr h="320040">
                <a:tc>
                  <a:txBody>
                    <a:bodyPr vert="horz" lIns="91440" tIns="45720" rIns="91440" bIns="45720" anchor="ctr" anchorCtr="0"/>
                    <a:p>
                      <a:pPr marL="0" indent="0" algn="ctr">
                        <a:buNone/>
                        <a:defRPr/>
                      </a:pPr>
                      <a:r>
                        <a:rPr lang="en-US" sz="950" b="1">
                          <a:solidFill>
                            <a:srgbClr val="000000"/>
                          </a:solidFill>
                          <a:latin typeface="맑은 고딕"/>
                          <a:ea typeface="맑은 고딕"/>
                          <a:cs typeface="맑은 고딕"/>
                        </a:rPr>
                        <a:t>기반 모델</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f2f2f2"/>
                    </a:solidFill>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jhgan/ko-sroberta-multitask</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r>
              <a:tr h="320040">
                <a:tc>
                  <a:txBody>
                    <a:bodyPr vert="horz" lIns="91440" tIns="45720" rIns="91440" bIns="45720" anchor="ctr" anchorCtr="0"/>
                    <a:p>
                      <a:pPr marL="0" indent="0" algn="ctr">
                        <a:buNone/>
                        <a:defRPr/>
                      </a:pPr>
                      <a:r>
                        <a:rPr lang="en-US" sz="950" b="1">
                          <a:solidFill>
                            <a:srgbClr val="000000"/>
                          </a:solidFill>
                          <a:latin typeface="맑은 고딕"/>
                          <a:ea typeface="맑은 고딕"/>
                          <a:cs typeface="맑은 고딕"/>
                        </a:rPr>
                        <a:t>학습률 (Learning Rate)</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f2f2f2"/>
                    </a:solidFill>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2e-5</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r>
              <a:tr h="320040">
                <a:tc>
                  <a:txBody>
                    <a:bodyPr vert="horz" lIns="91440" tIns="45720" rIns="91440" bIns="45720" anchor="ctr" anchorCtr="0"/>
                    <a:p>
                      <a:pPr marL="0" indent="0" algn="ctr">
                        <a:buNone/>
                        <a:defRPr/>
                      </a:pPr>
                      <a:r>
                        <a:rPr lang="en-US" sz="950" b="1">
                          <a:solidFill>
                            <a:srgbClr val="000000"/>
                          </a:solidFill>
                          <a:latin typeface="맑은 고딕"/>
                          <a:ea typeface="맑은 고딕"/>
                          <a:cs typeface="맑은 고딕"/>
                        </a:rPr>
                        <a:t>배치 크기 (Batch Size)</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f2f2f2"/>
                    </a:solidFill>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32</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r>
              <a:tr h="320040">
                <a:tc>
                  <a:txBody>
                    <a:bodyPr vert="horz" lIns="91440" tIns="45720" rIns="91440" bIns="45720" anchor="ctr" anchorCtr="0"/>
                    <a:p>
                      <a:pPr marL="0" indent="0" algn="ctr">
                        <a:buNone/>
                        <a:defRPr/>
                      </a:pPr>
                      <a:r>
                        <a:rPr lang="en-US" sz="950" b="1">
                          <a:solidFill>
                            <a:srgbClr val="000000"/>
                          </a:solidFill>
                          <a:latin typeface="맑은 고딕"/>
                          <a:ea typeface="맑은 고딕"/>
                          <a:cs typeface="맑은 고딕"/>
                        </a:rPr>
                        <a:t>에포크 (Epoch)</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f2f2f2"/>
                    </a:solidFill>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10 (Early Stopping 적용)</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r>
              <a:tr h="320040">
                <a:tc>
                  <a:txBody>
                    <a:bodyPr vert="horz" lIns="91440" tIns="45720" rIns="91440" bIns="45720" anchor="ctr" anchorCtr="0"/>
                    <a:p>
                      <a:pPr marL="0" indent="0" algn="ctr">
                        <a:buNone/>
                        <a:defRPr/>
                      </a:pPr>
                      <a:r>
                        <a:rPr lang="en-US" sz="950" b="1">
                          <a:solidFill>
                            <a:srgbClr val="000000"/>
                          </a:solidFill>
                          <a:latin typeface="맑은 고딕"/>
                          <a:ea typeface="맑은 고딕"/>
                          <a:cs typeface="맑은 고딕"/>
                        </a:rPr>
                        <a:t>Margin</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f2f2f2"/>
                    </a:solidFill>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0.5</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r>
              <a:tr h="320040">
                <a:tc>
                  <a:txBody>
                    <a:bodyPr vert="horz" lIns="91440" tIns="45720" rIns="91440" bIns="45720" anchor="ctr" anchorCtr="0"/>
                    <a:p>
                      <a:pPr marL="0" indent="0" algn="ctr">
                        <a:buNone/>
                        <a:defRPr/>
                      </a:pPr>
                      <a:r>
                        <a:rPr lang="en-US" sz="950" b="1">
                          <a:solidFill>
                            <a:srgbClr val="185fa5"/>
                          </a:solidFill>
                          <a:latin typeface="맑은 고딕"/>
                          <a:ea typeface="맑은 고딕"/>
                          <a:cs typeface="맑은 고딕"/>
                        </a:rPr>
                        <a:t>계층 가중치 w</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e8f2fb"/>
                    </a:solidFill>
                  </a:tcPr>
                </a:tc>
                <a:tc>
                  <a:txBody>
                    <a:bodyPr vert="horz" lIns="91440" tIns="45720" rIns="91440" bIns="45720" anchor="ctr" anchorCtr="0"/>
                    <a:p>
                      <a:pPr marL="0" indent="0" algn="ctr">
                        <a:buNone/>
                        <a:defRPr/>
                      </a:pPr>
                      <a:r>
                        <a:rPr lang="en-US" sz="950" b="1">
                          <a:solidFill>
                            <a:srgbClr val="185fa5"/>
                          </a:solidFill>
                          <a:latin typeface="맑은 고딕"/>
                          <a:ea typeface="맑은 고딕"/>
                          <a:cs typeface="맑은 고딕"/>
                        </a:rPr>
                        <a:t>거리1=1.5 / 거리2=1.0 / 거리3=0.5</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r>
              <a:tr h="320040">
                <a:tc>
                  <a:txBody>
                    <a:bodyPr vert="horz" lIns="91440" tIns="45720" rIns="91440" bIns="45720" anchor="ctr" anchorCtr="0"/>
                    <a:p>
                      <a:pPr marL="0" indent="0" algn="ctr">
                        <a:buNone/>
                        <a:defRPr/>
                      </a:pPr>
                      <a:r>
                        <a:rPr lang="en-US" sz="950" b="1">
                          <a:solidFill>
                            <a:srgbClr val="000000"/>
                          </a:solidFill>
                          <a:latin typeface="맑은 고딕"/>
                          <a:ea typeface="맑은 고딕"/>
                          <a:cs typeface="맑은 고딕"/>
                        </a:rPr>
                        <a:t>옵티마이저</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f2f2f2"/>
                    </a:solidFill>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AdamW</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r>
              <a:tr h="320040">
                <a:tc>
                  <a:txBody>
                    <a:bodyPr vert="horz" lIns="91440" tIns="45720" rIns="91440" bIns="45720" anchor="ctr" anchorCtr="0"/>
                    <a:p>
                      <a:pPr marL="0" indent="0" algn="ctr">
                        <a:buNone/>
                        <a:defRPr/>
                      </a:pPr>
                      <a:r>
                        <a:rPr lang="en-US" sz="950" b="1">
                          <a:solidFill>
                            <a:srgbClr val="000000"/>
                          </a:solidFill>
                          <a:latin typeface="맑은 고딕"/>
                          <a:ea typeface="맑은 고딕"/>
                          <a:cs typeface="맑은 고딕"/>
                        </a:rPr>
                        <a:t>컴퓨팅 환경</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f2f2f2"/>
                    </a:solidFill>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GPU: NVIDIA </a:t>
                      </a:r>
                      <a:r>
                        <a:rPr lang="en-US" altLang="ko-KR" sz="950">
                          <a:solidFill>
                            <a:srgbClr val="000000"/>
                          </a:solidFill>
                          <a:latin typeface="맑은 고딕"/>
                          <a:ea typeface="맑은 고딕"/>
                          <a:cs typeface="맑은 고딕"/>
                        </a:rPr>
                        <a:t>GTX1070</a:t>
                      </a:r>
                      <a:r>
                        <a:rPr lang="en-US" sz="950">
                          <a:solidFill>
                            <a:srgbClr val="000000"/>
                          </a:solidFill>
                          <a:latin typeface="맑은 고딕"/>
                          <a:ea typeface="맑은 고딕"/>
                          <a:cs typeface="맑은 고딕"/>
                        </a:rPr>
                        <a:t> / RAM: 32GB</a:t>
                      </a:r>
                      <a:endParaRPr lang="en-US" sz="950">
                        <a:solidFill>
                          <a:srgbClr val="000000"/>
                        </a:solidFill>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r>
            </a:tbl>
          </a:graphicData>
        </a:graphic>
      </p:graphicFrame>
      <p:sp>
        <p:nvSpPr>
          <p:cNvPr id="29" name="Text 7"/>
          <p:cNvSpPr/>
          <p:nvPr/>
        </p:nvSpPr>
        <p:spPr>
          <a:xfrm>
            <a:off x="274320" y="4599013"/>
            <a:ext cx="8595360" cy="320040"/>
          </a:xfrm>
          <a:prstGeom prst="rect">
            <a:avLst/>
          </a:prstGeom>
          <a:noFill/>
          <a:ln/>
        </p:spPr>
        <p:txBody>
          <a:bodyPr wrap="square" anchor="ctr"/>
          <a:lstStyle/>
          <a:p>
            <a:pPr marL="0" indent="0" algn="l">
              <a:buNone/>
              <a:defRPr/>
            </a:pPr>
            <a:r>
              <a:rPr lang="en-US" sz="1400" b="1">
                <a:solidFill>
                  <a:srgbClr val="1b3a6b"/>
                </a:solidFill>
                <a:latin typeface="맑은 고딕"/>
                <a:ea typeface="맑은 고딕"/>
                <a:cs typeface="맑은 고딕"/>
              </a:rPr>
              <a:t>■ </a:t>
            </a:r>
            <a:r>
              <a:rPr lang="ko-KR" altLang="en-US" b="1">
                <a:solidFill>
                  <a:srgbClr val="203a7b"/>
                </a:solidFill>
                <a:latin typeface="맑은 고딕"/>
                <a:ea typeface="맑은 고딕"/>
                <a:cs typeface="맑은 고딕"/>
              </a:rPr>
              <a:t>웨이퍼 불량 합성 </a:t>
            </a:r>
            <a:r>
              <a:rPr lang="en-US" altLang="ko-KR" b="1">
                <a:solidFill>
                  <a:srgbClr val="203a7b"/>
                </a:solidFill>
                <a:latin typeface="맑은 고딕"/>
                <a:ea typeface="맑은 고딕"/>
                <a:cs typeface="맑은 고딕"/>
              </a:rPr>
              <a:t>Triplet </a:t>
            </a:r>
            <a:r>
              <a:rPr lang="ko-KR" altLang="en-US" b="1">
                <a:solidFill>
                  <a:srgbClr val="203a7b"/>
                </a:solidFill>
                <a:latin typeface="맑은 고딕"/>
                <a:ea typeface="맑은 고딕"/>
                <a:cs typeface="맑은 고딕"/>
              </a:rPr>
              <a:t>예시</a:t>
            </a:r>
            <a:endParaRPr lang="ko-KR" altLang="en-US" b="1">
              <a:solidFill>
                <a:srgbClr val="203a7b"/>
              </a:solidFill>
              <a:latin typeface="맑은 고딕"/>
              <a:ea typeface="맑은 고딕"/>
              <a:cs typeface="맑은 고딕"/>
            </a:endParaRPr>
          </a:p>
        </p:txBody>
      </p:sp>
      <p:sp>
        <p:nvSpPr>
          <p:cNvPr id="30" name="Shape 9"/>
          <p:cNvSpPr/>
          <p:nvPr/>
        </p:nvSpPr>
        <p:spPr>
          <a:xfrm>
            <a:off x="828716" y="5238545"/>
            <a:ext cx="1240196" cy="900010"/>
          </a:xfrm>
          <a:prstGeom prst="rect">
            <a:avLst/>
          </a:prstGeom>
          <a:solidFill>
            <a:srgbClr val="f4f6fa"/>
          </a:solidFill>
          <a:ln w="12700">
            <a:solidFill>
              <a:schemeClr val="dk1"/>
            </a:solidFill>
            <a:prstDash val="solid"/>
          </a:ln>
        </p:spPr>
        <p:txBody>
          <a:bodyPr anchor="ctr"/>
          <a:lstStyle/>
          <a:p>
            <a:pPr algn="ctr">
              <a:defRPr/>
            </a:pPr>
            <a:endParaRPr lang="ko-KR" altLang="en-US" sz="800"/>
          </a:p>
        </p:txBody>
      </p:sp>
      <p:sp>
        <p:nvSpPr>
          <p:cNvPr id="31" name="Shape 10"/>
          <p:cNvSpPr/>
          <p:nvPr/>
        </p:nvSpPr>
        <p:spPr>
          <a:xfrm>
            <a:off x="828716" y="4958996"/>
            <a:ext cx="1240196" cy="269299"/>
          </a:xfrm>
          <a:prstGeom prst="rect">
            <a:avLst/>
          </a:prstGeom>
          <a:noFill/>
          <a:ln w="12700">
            <a:solidFill>
              <a:srgbClr val="000000"/>
            </a:solidFill>
            <a:prstDash val="solid"/>
          </a:ln>
        </p:spPr>
        <p:txBody>
          <a:bodyPr anchor="ctr"/>
          <a:lstStyle/>
          <a:p>
            <a:pPr algn="ctr">
              <a:defRPr/>
            </a:pPr>
            <a:endParaRPr lang="ko-KR" altLang="en-US" sz="800"/>
          </a:p>
        </p:txBody>
      </p:sp>
      <p:sp>
        <p:nvSpPr>
          <p:cNvPr id="32" name="Text 11"/>
          <p:cNvSpPr/>
          <p:nvPr/>
        </p:nvSpPr>
        <p:spPr>
          <a:xfrm>
            <a:off x="828716" y="4958996"/>
            <a:ext cx="1240196" cy="250974"/>
          </a:xfrm>
          <a:prstGeom prst="rect">
            <a:avLst/>
          </a:prstGeom>
          <a:noFill/>
          <a:ln/>
        </p:spPr>
        <p:txBody>
          <a:bodyPr wrap="square" anchor="ctr"/>
          <a:lstStyle/>
          <a:p>
            <a:pPr marL="0" indent="0" algn="ctr">
              <a:buNone/>
              <a:defRPr/>
            </a:pPr>
            <a:r>
              <a:rPr lang="en-US" sz="800" b="1">
                <a:solidFill>
                  <a:schemeClr val="dk1"/>
                </a:solidFill>
                <a:latin typeface="맑은 고딕"/>
                <a:ea typeface="맑은 고딕"/>
                <a:cs typeface="맑은 고딕"/>
              </a:rPr>
              <a:t>MRR@10</a:t>
            </a:r>
            <a:endParaRPr lang="en-US" sz="800">
              <a:solidFill>
                <a:schemeClr val="dk1"/>
              </a:solidFill>
            </a:endParaRPr>
          </a:p>
        </p:txBody>
      </p:sp>
      <p:sp>
        <p:nvSpPr>
          <p:cNvPr id="33" name="Text 12"/>
          <p:cNvSpPr/>
          <p:nvPr/>
        </p:nvSpPr>
        <p:spPr>
          <a:xfrm>
            <a:off x="881959" y="5294994"/>
            <a:ext cx="1170013" cy="724985"/>
          </a:xfrm>
          <a:prstGeom prst="rect">
            <a:avLst/>
          </a:prstGeom>
          <a:noFill/>
          <a:ln/>
        </p:spPr>
        <p:txBody>
          <a:bodyPr wrap="square" anchor="ctr"/>
          <a:lstStyle/>
          <a:p>
            <a:pPr marL="0" indent="0" algn="ctr">
              <a:lnSpc>
                <a:spcPct val="140000"/>
              </a:lnSpc>
              <a:buNone/>
              <a:defRPr/>
            </a:pPr>
            <a:r>
              <a:rPr lang="en-US" sz="800">
                <a:solidFill>
                  <a:srgbClr val="595959"/>
                </a:solidFill>
                <a:latin typeface="맑은 고딕"/>
                <a:ea typeface="맑은 고딕"/>
                <a:cs typeface="맑은 고딕"/>
              </a:rPr>
              <a:t>상위 10개 결과 중</a:t>
            </a:r>
            <a:endParaRPr lang="en-US" sz="800">
              <a:solidFill>
                <a:srgbClr val="595959"/>
              </a:solidFill>
              <a:latin typeface="맑은 고딕"/>
              <a:ea typeface="맑은 고딕"/>
              <a:cs typeface="맑은 고딕"/>
            </a:endParaRPr>
          </a:p>
          <a:p>
            <a:pPr marL="0" indent="0" algn="ctr">
              <a:lnSpc>
                <a:spcPct val="140000"/>
              </a:lnSpc>
              <a:buNone/>
              <a:defRPr/>
            </a:pPr>
            <a:r>
              <a:rPr lang="en-US" sz="800">
                <a:solidFill>
                  <a:srgbClr val="595959"/>
                </a:solidFill>
                <a:latin typeface="맑은 고딕"/>
                <a:ea typeface="맑은 고딕"/>
                <a:cs typeface="맑은 고딕"/>
              </a:rPr>
              <a:t>첫 번째 정답 순위</a:t>
            </a:r>
            <a:endParaRPr lang="en-US" sz="800">
              <a:solidFill>
                <a:srgbClr val="595959"/>
              </a:solidFill>
              <a:latin typeface="맑은 고딕"/>
              <a:ea typeface="맑은 고딕"/>
              <a:cs typeface="맑은 고딕"/>
            </a:endParaRPr>
          </a:p>
          <a:p>
            <a:pPr marL="0" indent="0" algn="ctr">
              <a:lnSpc>
                <a:spcPct val="140000"/>
              </a:lnSpc>
              <a:buNone/>
              <a:defRPr/>
            </a:pPr>
            <a:r>
              <a:rPr lang="en-US" sz="800">
                <a:solidFill>
                  <a:srgbClr val="595959"/>
                </a:solidFill>
                <a:latin typeface="맑은 고딕"/>
                <a:ea typeface="맑은 고딕"/>
                <a:cs typeface="맑은 고딕"/>
              </a:rPr>
              <a:t>역수의 평균</a:t>
            </a:r>
            <a:endParaRPr lang="en-US" sz="800">
              <a:solidFill>
                <a:srgbClr val="595959"/>
              </a:solidFill>
              <a:latin typeface="맑은 고딕"/>
              <a:ea typeface="맑은 고딕"/>
              <a:cs typeface="맑은 고딕"/>
            </a:endParaRPr>
          </a:p>
          <a:p>
            <a:pPr marL="0" indent="0" algn="ctr">
              <a:lnSpc>
                <a:spcPct val="140000"/>
              </a:lnSpc>
              <a:buNone/>
              <a:defRPr/>
            </a:pPr>
            <a:r>
              <a:rPr lang="en-US" sz="800">
                <a:solidFill>
                  <a:srgbClr val="595959"/>
                </a:solidFill>
                <a:latin typeface="맑은 고딕"/>
                <a:ea typeface="맑은 고딕"/>
                <a:cs typeface="맑은 고딕"/>
              </a:rPr>
              <a:t>(높을수록 좋음)</a:t>
            </a:r>
            <a:endParaRPr lang="en-US" sz="800"/>
          </a:p>
        </p:txBody>
      </p:sp>
      <p:sp>
        <p:nvSpPr>
          <p:cNvPr id="34" name="Shape 13"/>
          <p:cNvSpPr/>
          <p:nvPr/>
        </p:nvSpPr>
        <p:spPr>
          <a:xfrm>
            <a:off x="2251792" y="5229744"/>
            <a:ext cx="1240196" cy="918335"/>
          </a:xfrm>
          <a:prstGeom prst="rect">
            <a:avLst/>
          </a:prstGeom>
          <a:solidFill>
            <a:srgbClr val="f4f6fa"/>
          </a:solidFill>
          <a:ln w="12700">
            <a:solidFill>
              <a:schemeClr val="dk1"/>
            </a:solidFill>
            <a:prstDash val="solid"/>
          </a:ln>
        </p:spPr>
        <p:txBody>
          <a:bodyPr anchor="ctr"/>
          <a:lstStyle/>
          <a:p>
            <a:pPr algn="ctr">
              <a:defRPr/>
            </a:pPr>
            <a:endParaRPr lang="ko-KR" altLang="en-US" sz="800"/>
          </a:p>
        </p:txBody>
      </p:sp>
      <p:sp>
        <p:nvSpPr>
          <p:cNvPr id="35" name="Shape 14"/>
          <p:cNvSpPr/>
          <p:nvPr/>
        </p:nvSpPr>
        <p:spPr>
          <a:xfrm>
            <a:off x="2251792" y="4959720"/>
            <a:ext cx="1240196" cy="269299"/>
          </a:xfrm>
          <a:prstGeom prst="rect">
            <a:avLst/>
          </a:prstGeom>
          <a:noFill/>
          <a:ln w="12700">
            <a:solidFill>
              <a:schemeClr val="dk1"/>
            </a:solidFill>
            <a:prstDash val="solid"/>
          </a:ln>
        </p:spPr>
        <p:txBody>
          <a:bodyPr anchor="ctr"/>
          <a:lstStyle/>
          <a:p>
            <a:pPr algn="ctr">
              <a:defRPr/>
            </a:pPr>
            <a:endParaRPr lang="ko-KR" altLang="en-US" sz="800"/>
          </a:p>
        </p:txBody>
      </p:sp>
      <p:sp>
        <p:nvSpPr>
          <p:cNvPr id="36" name="Text 15"/>
          <p:cNvSpPr/>
          <p:nvPr/>
        </p:nvSpPr>
        <p:spPr>
          <a:xfrm>
            <a:off x="2251792" y="4969245"/>
            <a:ext cx="1240196" cy="269299"/>
          </a:xfrm>
          <a:prstGeom prst="rect">
            <a:avLst/>
          </a:prstGeom>
          <a:noFill/>
          <a:ln/>
        </p:spPr>
        <p:txBody>
          <a:bodyPr wrap="square" anchor="ctr"/>
          <a:lstStyle/>
          <a:p>
            <a:pPr marL="0" indent="0" algn="ctr">
              <a:buNone/>
              <a:defRPr/>
            </a:pPr>
            <a:r>
              <a:rPr lang="en-US" sz="800" b="1">
                <a:solidFill>
                  <a:schemeClr val="dk1"/>
                </a:solidFill>
                <a:latin typeface="맑은 고딕"/>
                <a:ea typeface="맑은 고딕"/>
                <a:cs typeface="맑은 고딕"/>
              </a:rPr>
              <a:t>Cosine</a:t>
            </a:r>
            <a:endParaRPr lang="en-US" sz="800" b="1">
              <a:solidFill>
                <a:schemeClr val="dk1"/>
              </a:solidFill>
              <a:latin typeface="맑은 고딕"/>
              <a:ea typeface="맑은 고딕"/>
              <a:cs typeface="맑은 고딕"/>
            </a:endParaRPr>
          </a:p>
          <a:p>
            <a:pPr marL="0" indent="0" algn="ctr">
              <a:buNone/>
              <a:defRPr/>
            </a:pPr>
            <a:r>
              <a:rPr lang="en-US" sz="800" b="1">
                <a:solidFill>
                  <a:schemeClr val="dk1"/>
                </a:solidFill>
                <a:latin typeface="맑은 고딕"/>
                <a:ea typeface="맑은 고딕"/>
                <a:cs typeface="맑은 고딕"/>
              </a:rPr>
              <a:t>Similarity</a:t>
            </a:r>
            <a:endParaRPr lang="en-US" sz="800">
              <a:solidFill>
                <a:schemeClr val="dk1"/>
              </a:solidFill>
            </a:endParaRPr>
          </a:p>
        </p:txBody>
      </p:sp>
      <p:sp>
        <p:nvSpPr>
          <p:cNvPr id="37" name="Text 16"/>
          <p:cNvSpPr/>
          <p:nvPr/>
        </p:nvSpPr>
        <p:spPr>
          <a:xfrm>
            <a:off x="2321975" y="5338071"/>
            <a:ext cx="1080012" cy="630007"/>
          </a:xfrm>
          <a:prstGeom prst="rect">
            <a:avLst/>
          </a:prstGeom>
          <a:noFill/>
          <a:ln/>
        </p:spPr>
        <p:txBody>
          <a:bodyPr wrap="square" anchor="ctr"/>
          <a:lstStyle/>
          <a:p>
            <a:pPr marL="0" indent="0" algn="ctr">
              <a:lnSpc>
                <a:spcPct val="140000"/>
              </a:lnSpc>
              <a:buNone/>
              <a:defRPr/>
            </a:pPr>
            <a:r>
              <a:rPr lang="en-US" sz="800">
                <a:solidFill>
                  <a:srgbClr val="595959"/>
                </a:solidFill>
                <a:latin typeface="맑은 고딕"/>
                <a:ea typeface="맑은 고딕"/>
                <a:cs typeface="맑은 고딕"/>
              </a:rPr>
              <a:t>질의-문서 벡터</a:t>
            </a:r>
            <a:endParaRPr lang="en-US" sz="800">
              <a:solidFill>
                <a:srgbClr val="595959"/>
              </a:solidFill>
              <a:latin typeface="맑은 고딕"/>
              <a:ea typeface="맑은 고딕"/>
              <a:cs typeface="맑은 고딕"/>
            </a:endParaRPr>
          </a:p>
          <a:p>
            <a:pPr marL="0" indent="0" algn="ctr">
              <a:lnSpc>
                <a:spcPct val="140000"/>
              </a:lnSpc>
              <a:buNone/>
              <a:defRPr/>
            </a:pPr>
            <a:r>
              <a:rPr lang="en-US" sz="800">
                <a:solidFill>
                  <a:srgbClr val="595959"/>
                </a:solidFill>
                <a:latin typeface="맑은 고딕"/>
                <a:ea typeface="맑은 고딕"/>
                <a:cs typeface="맑은 고딕"/>
              </a:rPr>
              <a:t>방향 유사도</a:t>
            </a:r>
            <a:endParaRPr lang="en-US" sz="800">
              <a:solidFill>
                <a:srgbClr val="595959"/>
              </a:solidFill>
              <a:latin typeface="맑은 고딕"/>
              <a:ea typeface="맑은 고딕"/>
              <a:cs typeface="맑은 고딕"/>
            </a:endParaRPr>
          </a:p>
          <a:p>
            <a:pPr marL="0" indent="0" algn="ctr">
              <a:lnSpc>
                <a:spcPct val="140000"/>
              </a:lnSpc>
              <a:buNone/>
              <a:defRPr/>
            </a:pPr>
            <a:r>
              <a:rPr lang="en-US" sz="800">
                <a:solidFill>
                  <a:srgbClr val="595959"/>
                </a:solidFill>
                <a:latin typeface="맑은 고딕"/>
                <a:ea typeface="맑은 고딕"/>
                <a:cs typeface="맑은 고딕"/>
              </a:rPr>
              <a:t>(0~1, 높을수록</a:t>
            </a:r>
            <a:endParaRPr lang="en-US" sz="800">
              <a:solidFill>
                <a:srgbClr val="595959"/>
              </a:solidFill>
              <a:latin typeface="맑은 고딕"/>
              <a:ea typeface="맑은 고딕"/>
              <a:cs typeface="맑은 고딕"/>
            </a:endParaRPr>
          </a:p>
          <a:p>
            <a:pPr marL="0" indent="0" algn="ctr">
              <a:lnSpc>
                <a:spcPct val="140000"/>
              </a:lnSpc>
              <a:buNone/>
              <a:defRPr/>
            </a:pPr>
            <a:r>
              <a:rPr lang="en-US" sz="800">
                <a:solidFill>
                  <a:srgbClr val="595959"/>
                </a:solidFill>
                <a:latin typeface="맑은 고딕"/>
                <a:ea typeface="맑은 고딕"/>
                <a:cs typeface="맑은 고딕"/>
              </a:rPr>
              <a:t>유사)</a:t>
            </a:r>
            <a:endParaRPr lang="en-US" sz="800"/>
          </a:p>
        </p:txBody>
      </p:sp>
      <p:sp>
        <p:nvSpPr>
          <p:cNvPr id="38" name="Shape 17"/>
          <p:cNvSpPr/>
          <p:nvPr/>
        </p:nvSpPr>
        <p:spPr>
          <a:xfrm>
            <a:off x="4076275" y="5040012"/>
            <a:ext cx="2622128" cy="1063025"/>
          </a:xfrm>
          <a:prstGeom prst="rect">
            <a:avLst/>
          </a:prstGeom>
          <a:solidFill>
            <a:srgbClr val="f4f6fa"/>
          </a:solidFill>
          <a:ln w="12700">
            <a:solidFill>
              <a:srgbClr val="d9d9d9"/>
            </a:solidFill>
            <a:prstDash val="solid"/>
          </a:ln>
        </p:spPr>
        <p:txBody>
          <a:bodyPr anchor="ctr"/>
          <a:lstStyle/>
          <a:p>
            <a:pPr algn="ctr">
              <a:defRPr/>
            </a:pPr>
            <a:endParaRPr lang="ko-KR" altLang="en-US" sz="800"/>
          </a:p>
        </p:txBody>
      </p:sp>
      <p:sp>
        <p:nvSpPr>
          <p:cNvPr id="39" name="Text 18"/>
          <p:cNvSpPr/>
          <p:nvPr/>
        </p:nvSpPr>
        <p:spPr>
          <a:xfrm>
            <a:off x="4121995" y="4816469"/>
            <a:ext cx="2551260" cy="198431"/>
          </a:xfrm>
          <a:prstGeom prst="rect">
            <a:avLst/>
          </a:prstGeom>
          <a:noFill/>
          <a:ln/>
        </p:spPr>
        <p:txBody>
          <a:bodyPr wrap="square" anchor="ctr"/>
          <a:lstStyle/>
          <a:p>
            <a:pPr marL="0" indent="0">
              <a:buNone/>
              <a:defRPr/>
            </a:pPr>
            <a:r>
              <a:rPr lang="en-US" sz="800" b="1">
                <a:solidFill>
                  <a:srgbClr val="1b3a6b"/>
                </a:solidFill>
                <a:latin typeface="맑은 고딕"/>
                <a:ea typeface="맑은 고딕"/>
                <a:cs typeface="맑은 고딕"/>
              </a:rPr>
              <a:t>MRR 계산 예시</a:t>
            </a:r>
            <a:endParaRPr lang="en-US" sz="800"/>
          </a:p>
        </p:txBody>
      </p:sp>
      <p:sp>
        <p:nvSpPr>
          <p:cNvPr id="40" name="Text 19"/>
          <p:cNvSpPr/>
          <p:nvPr/>
        </p:nvSpPr>
        <p:spPr>
          <a:xfrm>
            <a:off x="4121995" y="5259477"/>
            <a:ext cx="2551260" cy="779551"/>
          </a:xfrm>
          <a:prstGeom prst="rect">
            <a:avLst/>
          </a:prstGeom>
          <a:noFill/>
          <a:ln/>
        </p:spPr>
        <p:txBody>
          <a:bodyPr wrap="square" anchor="ctr"/>
          <a:lstStyle/>
          <a:p>
            <a:pPr marL="0" indent="0">
              <a:lnSpc>
                <a:spcPct val="140000"/>
              </a:lnSpc>
              <a:buNone/>
              <a:defRPr/>
            </a:pPr>
            <a:r>
              <a:rPr lang="en-US" sz="800">
                <a:solidFill>
                  <a:srgbClr val="595959"/>
                </a:solidFill>
                <a:latin typeface="맑은 고딕"/>
                <a:ea typeface="맑은 고딕"/>
                <a:cs typeface="맑은 고딕"/>
              </a:rPr>
              <a:t>질의1 → 정답 1위: 1/1 = 1.00</a:t>
            </a:r>
            <a:endParaRPr lang="en-US" sz="800">
              <a:solidFill>
                <a:srgbClr val="595959"/>
              </a:solidFill>
              <a:latin typeface="맑은 고딕"/>
              <a:ea typeface="맑은 고딕"/>
              <a:cs typeface="맑은 고딕"/>
            </a:endParaRPr>
          </a:p>
          <a:p>
            <a:pPr marL="0" indent="0">
              <a:lnSpc>
                <a:spcPct val="140000"/>
              </a:lnSpc>
              <a:buNone/>
              <a:defRPr/>
            </a:pPr>
            <a:r>
              <a:rPr lang="en-US" sz="800">
                <a:solidFill>
                  <a:srgbClr val="595959"/>
                </a:solidFill>
                <a:latin typeface="맑은 고딕"/>
                <a:ea typeface="맑은 고딕"/>
                <a:cs typeface="맑은 고딕"/>
              </a:rPr>
              <a:t>질의2 → 정답 2위: 1/2 = 0.50</a:t>
            </a:r>
            <a:endParaRPr lang="en-US" sz="800">
              <a:solidFill>
                <a:srgbClr val="595959"/>
              </a:solidFill>
              <a:latin typeface="맑은 고딕"/>
              <a:ea typeface="맑은 고딕"/>
              <a:cs typeface="맑은 고딕"/>
            </a:endParaRPr>
          </a:p>
          <a:p>
            <a:pPr marL="0" indent="0">
              <a:lnSpc>
                <a:spcPct val="140000"/>
              </a:lnSpc>
              <a:buNone/>
              <a:defRPr/>
            </a:pPr>
            <a:r>
              <a:rPr lang="en-US" sz="800">
                <a:solidFill>
                  <a:srgbClr val="595959"/>
                </a:solidFill>
                <a:latin typeface="맑은 고딕"/>
                <a:ea typeface="맑은 고딕"/>
                <a:cs typeface="맑은 고딕"/>
              </a:rPr>
              <a:t>질의3 → 정답 3위: 1/3 = 0.33</a:t>
            </a:r>
            <a:endParaRPr lang="en-US" sz="800">
              <a:solidFill>
                <a:srgbClr val="595959"/>
              </a:solidFill>
              <a:latin typeface="맑은 고딕"/>
              <a:ea typeface="맑은 고딕"/>
              <a:cs typeface="맑은 고딕"/>
            </a:endParaRPr>
          </a:p>
          <a:p>
            <a:pPr marL="0" indent="0">
              <a:lnSpc>
                <a:spcPct val="140000"/>
              </a:lnSpc>
              <a:buNone/>
              <a:defRPr/>
            </a:pPr>
            <a:endParaRPr lang="en-US" sz="800"/>
          </a:p>
          <a:p>
            <a:pPr marL="0" indent="0">
              <a:lnSpc>
                <a:spcPct val="140000"/>
              </a:lnSpc>
              <a:buNone/>
              <a:defRPr/>
            </a:pPr>
            <a:r>
              <a:rPr lang="en-US" sz="800">
                <a:solidFill>
                  <a:srgbClr val="595959"/>
                </a:solidFill>
                <a:latin typeface="맑은 고딕"/>
                <a:ea typeface="맑은 고딕"/>
                <a:cs typeface="맑은 고딕"/>
              </a:rPr>
              <a:t>MRR = (1.00 + 0.50 + 0.33) / 3 = 0.61</a:t>
            </a:r>
            <a:endParaRPr lang="en-US" sz="80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7" name="Rectangle 3"/>
          <p:cNvSpPr txBox="1">
            <a:spLocks noChangeArrowheads="1"/>
          </p:cNvSpPr>
          <p:nvPr/>
        </p:nvSpPr>
        <p:spPr>
          <a:xfrm>
            <a:off x="400012" y="1088974"/>
            <a:ext cx="4060579" cy="349301"/>
          </a:xfrm>
          <a:prstGeom prst="rect">
            <a:avLst/>
          </a:prstGeom>
          <a:noFill/>
          <a:ln>
            <a:noFill/>
          </a:ln>
          <a:effectLst/>
        </p:spPr>
        <p:txBody>
          <a:bodyPr vert="horz" wrap="square" lIns="0" tIns="0" rIns="0" bIns="0" anchor="t" anchorCtr="0">
            <a:prstTxWarp prst="textNoShape">
              <a:avLst/>
            </a:prstTxWarp>
            <a:spAutoFit/>
          </a:bodyPr>
          <a:lstStyle>
            <a:lvl1pPr marL="241795" indent="-241795" algn="l" defTabSz="597892" rtl="0" eaLnBrk="0" fontAlgn="base" hangingPunct="0">
              <a:lnSpc>
                <a:spcPct val="150000"/>
              </a:lnSpc>
              <a:spcBef>
                <a:spcPct val="115000"/>
              </a:spcBef>
              <a:spcAft>
                <a:spcPct val="0"/>
              </a:spcAft>
              <a:buClr>
                <a:schemeClr val="tx2"/>
              </a:buClr>
              <a:buFont typeface="Wingdings"/>
              <a:buChar char="n"/>
              <a:defRPr sz="1600" b="1">
                <a:solidFill>
                  <a:srgbClr val="000000"/>
                </a:solidFill>
                <a:latin typeface="Corbel"/>
                <a:ea typeface="맑은 고딕"/>
                <a:cs typeface="+mn-cs"/>
              </a:defRPr>
            </a:lvl1pPr>
            <a:lvl2pPr marL="410318" indent="-167058" algn="l" defTabSz="597892" rtl="0" eaLnBrk="0" fontAlgn="base" hangingPunct="0">
              <a:lnSpc>
                <a:spcPct val="150000"/>
              </a:lnSpc>
              <a:spcBef>
                <a:spcPct val="5000"/>
              </a:spcBef>
              <a:spcAft>
                <a:spcPct val="0"/>
              </a:spcAft>
              <a:buClr>
                <a:schemeClr val="tx2"/>
              </a:buClr>
              <a:buFont typeface="맑은 고딕"/>
              <a:buChar char="√"/>
              <a:defRPr sz="1400">
                <a:solidFill>
                  <a:srgbClr val="000000"/>
                </a:solidFill>
                <a:latin typeface="Corbel"/>
                <a:ea typeface="맑은 고딕"/>
              </a:defRPr>
            </a:lvl2pPr>
            <a:lvl3pPr marL="580307" indent="-168524" algn="l" defTabSz="597892" rtl="0" eaLnBrk="0" fontAlgn="base" hangingPunct="0">
              <a:lnSpc>
                <a:spcPct val="150000"/>
              </a:lnSpc>
              <a:spcBef>
                <a:spcPct val="8000"/>
              </a:spcBef>
              <a:spcAft>
                <a:spcPct val="0"/>
              </a:spcAft>
              <a:buClr>
                <a:schemeClr val="tx2"/>
              </a:buClr>
              <a:buFont typeface="Arial"/>
              <a:buChar char="•"/>
              <a:defRPr sz="1200">
                <a:solidFill>
                  <a:srgbClr val="000000"/>
                </a:solidFill>
                <a:latin typeface="Corbel"/>
                <a:ea typeface="맑은 고딕"/>
              </a:defRPr>
            </a:lvl3pPr>
            <a:lvl4pPr marL="748831" indent="-167058" algn="l" defTabSz="597892" rtl="0" eaLnBrk="0" fontAlgn="base" hangingPunct="0">
              <a:lnSpc>
                <a:spcPct val="150000"/>
              </a:lnSpc>
              <a:spcBef>
                <a:spcPct val="8000"/>
              </a:spcBef>
              <a:spcAft>
                <a:spcPct val="0"/>
              </a:spcAft>
              <a:buClr>
                <a:schemeClr val="tx2"/>
              </a:buClr>
              <a:buFont typeface="Arial"/>
              <a:buChar char="-"/>
              <a:defRPr sz="1200">
                <a:solidFill>
                  <a:srgbClr val="000000"/>
                </a:solidFill>
                <a:latin typeface="Corbel"/>
                <a:ea typeface="맑은 고딕"/>
              </a:defRPr>
            </a:lvl4pPr>
            <a:lvl5pPr marL="917354" indent="-167058" algn="l" defTabSz="597892" rtl="0" eaLnBrk="0" fontAlgn="base" hangingPunct="0">
              <a:lnSpc>
                <a:spcPct val="150000"/>
              </a:lnSpc>
              <a:spcBef>
                <a:spcPct val="8000"/>
              </a:spcBef>
              <a:spcAft>
                <a:spcPct val="0"/>
              </a:spcAft>
              <a:buClr>
                <a:srgbClr val="f37121"/>
              </a:buClr>
              <a:buFont typeface="Wingdings"/>
              <a:buChar char="§"/>
              <a:defRPr sz="1292">
                <a:solidFill>
                  <a:srgbClr val="000000"/>
                </a:solidFill>
                <a:latin typeface="맑은 고딕"/>
                <a:ea typeface="맑은 고딕"/>
              </a:defRPr>
            </a:lvl5pPr>
            <a:lvl6pPr marL="1339395"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6pPr>
            <a:lvl7pPr marL="1761436"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7pPr>
            <a:lvl8pPr marL="2183478"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8pPr>
            <a:lvl9pPr marL="2605519"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9pPr>
          </a:lstStyle>
          <a:p>
            <a:pPr>
              <a:lnSpc>
                <a:spcPct val="130000"/>
              </a:lnSpc>
              <a:spcBef>
                <a:spcPts val="600"/>
              </a:spcBef>
              <a:defRPr/>
            </a:pPr>
            <a:r>
              <a:rPr lang="ko-KR" altLang="en-US" sz="1800" kern="0">
                <a:solidFill>
                  <a:schemeClr val="accent1">
                    <a:lumMod val="75000"/>
                  </a:schemeClr>
                </a:solidFill>
              </a:rPr>
              <a:t>모델별 </a:t>
            </a:r>
            <a:r>
              <a:rPr lang="en-US" altLang="ko-KR" sz="1800" kern="0">
                <a:solidFill>
                  <a:schemeClr val="accent1">
                    <a:lumMod val="75000"/>
                  </a:schemeClr>
                </a:solidFill>
              </a:rPr>
              <a:t>MRR@10 </a:t>
            </a:r>
            <a:r>
              <a:rPr lang="ko-KR" altLang="en-US" sz="1800" kern="0">
                <a:solidFill>
                  <a:schemeClr val="accent1">
                    <a:lumMod val="75000"/>
                  </a:schemeClr>
                </a:solidFill>
              </a:rPr>
              <a:t>비교 결과 </a:t>
            </a:r>
            <a:r>
              <a:rPr lang="en-US" altLang="ko-KR" sz="1800" kern="0">
                <a:solidFill>
                  <a:schemeClr val="accent1">
                    <a:lumMod val="75000"/>
                  </a:schemeClr>
                </a:solidFill>
              </a:rPr>
              <a:t>(</a:t>
            </a:r>
            <a:r>
              <a:rPr lang="ko-KR" altLang="en-US" sz="1800" kern="0">
                <a:solidFill>
                  <a:schemeClr val="accent1">
                    <a:lumMod val="75000"/>
                  </a:schemeClr>
                </a:solidFill>
              </a:rPr>
              <a:t>예상</a:t>
            </a:r>
            <a:r>
              <a:rPr lang="en-US" altLang="ko-KR" sz="1800" kern="0">
                <a:solidFill>
                  <a:schemeClr val="accent1">
                    <a:lumMod val="75000"/>
                  </a:schemeClr>
                </a:solidFill>
              </a:rPr>
              <a:t>)</a:t>
            </a:r>
            <a:endParaRPr lang="en-US" altLang="ko-KR" sz="1800" kern="0">
              <a:solidFill>
                <a:schemeClr val="accent1">
                  <a:lumMod val="75000"/>
                </a:schemeClr>
              </a:solidFill>
            </a:endParaRPr>
          </a:p>
        </p:txBody>
      </p:sp>
      <p:sp>
        <p:nvSpPr>
          <p:cNvPr id="2" name="제목 1"/>
          <p:cNvSpPr>
            <a:spLocks noGrp="1"/>
          </p:cNvSpPr>
          <p:nvPr>
            <p:ph type="title" idx="0"/>
          </p:nvPr>
        </p:nvSpPr>
        <p:spPr/>
        <p:txBody>
          <a:bodyPr/>
          <a:lstStyle/>
          <a:p>
            <a:pPr lvl="0">
              <a:defRPr/>
            </a:pPr>
            <a:r>
              <a:rPr lang="ko-KR" altLang="en-US"/>
              <a:t>결과</a:t>
            </a:r>
            <a:r>
              <a:rPr lang="en-US" altLang="ko-KR"/>
              <a:t> </a:t>
            </a:r>
            <a:r>
              <a:rPr lang="ko-KR" altLang="en-US"/>
              <a:t>및 분석 </a:t>
            </a:r>
            <a:r>
              <a:rPr lang="en-US" altLang="ko-KR"/>
              <a:t>(Results &amp; Analysis)</a:t>
            </a:r>
            <a:endParaRPr lang="ko-KR" altLang="en-US"/>
          </a:p>
        </p:txBody>
      </p:sp>
      <p:graphicFrame>
        <p:nvGraphicFramePr>
          <p:cNvPr id="8" name="Table 0"/>
          <p:cNvGraphicFramePr>
            <a:graphicFrameLocks noGrp="1"/>
          </p:cNvGraphicFramePr>
          <p:nvPr/>
        </p:nvGraphicFramePr>
        <p:xfrm>
          <a:off x="274320" y="1531365"/>
          <a:ext cx="8595360" cy="1627632"/>
        </p:xfrm>
        <a:graphic>
          <a:graphicData uri="http://schemas.openxmlformats.org/drawingml/2006/table">
            <a:tbl>
              <a:tblGrid>
                <a:gridCol w="2377440"/>
                <a:gridCol w="1554480"/>
                <a:gridCol w="1463040"/>
                <a:gridCol w="1463040"/>
                <a:gridCol w="1737360"/>
              </a:tblGrid>
              <a:tr h="320040">
                <a:tc>
                  <a:txBody>
                    <a:bodyPr vert="horz" lIns="91440" tIns="45720" rIns="91440" bIns="45720" anchor="ctr" anchorCtr="0"/>
                    <a:p>
                      <a:pPr marL="0" indent="0" algn="ctr">
                        <a:buNone/>
                        <a:defRPr/>
                      </a:pPr>
                      <a:r>
                        <a:rPr lang="en-US" sz="950" b="1">
                          <a:solidFill>
                            <a:srgbClr val="ffffff"/>
                          </a:solidFill>
                          <a:latin typeface="맑은 고딕"/>
                          <a:ea typeface="맑은 고딕"/>
                          <a:cs typeface="맑은 고딕"/>
                        </a:rPr>
                        <a:t>모델</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1b3a6b"/>
                    </a:solidFill>
                  </a:tcPr>
                </a:tc>
                <a:tc>
                  <a:txBody>
                    <a:bodyPr vert="horz" lIns="91440" tIns="45720" rIns="91440" bIns="45720" anchor="ctr" anchorCtr="0"/>
                    <a:p>
                      <a:pPr marL="0" indent="0" algn="ctr">
                        <a:buNone/>
                        <a:defRPr/>
                      </a:pPr>
                      <a:r>
                        <a:rPr lang="en-US" sz="950" b="1">
                          <a:solidFill>
                            <a:srgbClr val="ffffff"/>
                          </a:solidFill>
                          <a:latin typeface="맑은 고딕"/>
                          <a:ea typeface="맑은 고딕"/>
                          <a:cs typeface="맑은 고딕"/>
                        </a:rPr>
                        <a:t>전체 MRR@10</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1b3a6b"/>
                    </a:solidFill>
                  </a:tcPr>
                </a:tc>
                <a:tc>
                  <a:txBody>
                    <a:bodyPr vert="horz" lIns="91440" tIns="45720" rIns="91440" bIns="45720" anchor="ctr" anchorCtr="0"/>
                    <a:p>
                      <a:pPr marL="0" indent="0" algn="ctr">
                        <a:buNone/>
                        <a:defRPr/>
                      </a:pPr>
                      <a:r>
                        <a:rPr lang="en-US" sz="950" b="1">
                          <a:solidFill>
                            <a:srgbClr val="ffffff"/>
                          </a:solidFill>
                          <a:latin typeface="맑은 고딕"/>
                          <a:ea typeface="맑은 고딕"/>
                          <a:cs typeface="맑은 고딕"/>
                        </a:rPr>
                        <a:t>계층거리 1</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1b3a6b"/>
                    </a:solidFill>
                  </a:tcPr>
                </a:tc>
                <a:tc>
                  <a:txBody>
                    <a:bodyPr vert="horz" lIns="91440" tIns="45720" rIns="91440" bIns="45720" anchor="ctr" anchorCtr="0"/>
                    <a:p>
                      <a:pPr marL="0" indent="0" algn="ctr">
                        <a:buNone/>
                        <a:defRPr/>
                      </a:pPr>
                      <a:r>
                        <a:rPr lang="en-US" sz="950" b="1">
                          <a:solidFill>
                            <a:srgbClr val="ffffff"/>
                          </a:solidFill>
                          <a:latin typeface="맑은 고딕"/>
                          <a:ea typeface="맑은 고딕"/>
                          <a:cs typeface="맑은 고딕"/>
                        </a:rPr>
                        <a:t>계층거리 2</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1b3a6b"/>
                    </a:solidFill>
                  </a:tcPr>
                </a:tc>
                <a:tc>
                  <a:txBody>
                    <a:bodyPr vert="horz" lIns="91440" tIns="45720" rIns="91440" bIns="45720" anchor="ctr" anchorCtr="0"/>
                    <a:p>
                      <a:pPr marL="0" indent="0" algn="ctr">
                        <a:buNone/>
                        <a:defRPr/>
                      </a:pPr>
                      <a:r>
                        <a:rPr lang="en-US" sz="950" b="1">
                          <a:solidFill>
                            <a:srgbClr val="ffffff"/>
                          </a:solidFill>
                          <a:latin typeface="맑은 고딕"/>
                          <a:ea typeface="맑은 고딕"/>
                          <a:cs typeface="맑은 고딕"/>
                        </a:rPr>
                        <a:t>계층거리 3</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1b3a6b"/>
                    </a:solidFill>
                  </a:tcPr>
                </a:tc>
              </a:tr>
              <a:tr h="320040">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모델 0 (범용 SBERT)</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f2f2f2"/>
                    </a:solidFill>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0.42</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a:solidFill>
                            <a:srgbClr val="a32d2d"/>
                          </a:solidFill>
                          <a:latin typeface="맑은 고딕"/>
                          <a:ea typeface="맑은 고딕"/>
                          <a:cs typeface="맑은 고딕"/>
                        </a:rPr>
                        <a:t>0.28</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0.45</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0.62</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r>
              <a:tr h="320040">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모델 1 (일반 Triplet)</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f2f2f2"/>
                    </a:solidFill>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0.55</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0.41</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0.58</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0.71</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r>
              <a:tr h="320040">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모델 2 (SimCSE)</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f2f2f2"/>
                    </a:solidFill>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0.58</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0.44</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0.61</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a:solidFill>
                            <a:srgbClr val="000000"/>
                          </a:solidFill>
                          <a:latin typeface="맑은 고딕"/>
                          <a:ea typeface="맑은 고딕"/>
                          <a:cs typeface="맑은 고딕"/>
                        </a:rPr>
                        <a:t>0.73</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r>
              <a:tr h="347472">
                <a:tc>
                  <a:txBody>
                    <a:bodyPr vert="horz" lIns="91440" tIns="45720" rIns="91440" bIns="45720" anchor="ctr" anchorCtr="0"/>
                    <a:p>
                      <a:pPr marL="0" indent="0" algn="ctr">
                        <a:buNone/>
                        <a:defRPr/>
                      </a:pPr>
                      <a:r>
                        <a:rPr lang="en-US" sz="950" b="1">
                          <a:solidFill>
                            <a:srgbClr val="185fa5"/>
                          </a:solidFill>
                          <a:latin typeface="맑은 고딕"/>
                          <a:ea typeface="맑은 고딕"/>
                          <a:cs typeface="맑은 고딕"/>
                        </a:rPr>
                        <a:t>모델 3 ★ (제안)</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solidFill>
                      <a:srgbClr val="e8f2fb"/>
                    </a:solidFill>
                  </a:tcPr>
                </a:tc>
                <a:tc>
                  <a:txBody>
                    <a:bodyPr vert="horz" lIns="91440" tIns="45720" rIns="91440" bIns="45720" anchor="ctr" anchorCtr="0"/>
                    <a:p>
                      <a:pPr marL="0" indent="0" algn="ctr">
                        <a:buNone/>
                        <a:defRPr/>
                      </a:pPr>
                      <a:r>
                        <a:rPr lang="en-US" sz="950" b="1">
                          <a:solidFill>
                            <a:srgbClr val="185fa5"/>
                          </a:solidFill>
                          <a:latin typeface="맑은 고딕"/>
                          <a:ea typeface="맑은 고딕"/>
                          <a:cs typeface="맑은 고딕"/>
                        </a:rPr>
                        <a:t>0.74</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b="1">
                          <a:solidFill>
                            <a:srgbClr val="185fa5"/>
                          </a:solidFill>
                          <a:latin typeface="맑은 고딕"/>
                          <a:ea typeface="맑은 고딕"/>
                          <a:cs typeface="맑은 고딕"/>
                        </a:rPr>
                        <a:t>0.68</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b="1">
                          <a:solidFill>
                            <a:srgbClr val="185fa5"/>
                          </a:solidFill>
                          <a:latin typeface="맑은 고딕"/>
                          <a:ea typeface="맑은 고딕"/>
                          <a:cs typeface="맑은 고딕"/>
                        </a:rPr>
                        <a:t>0.77</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c>
                  <a:txBody>
                    <a:bodyPr vert="horz" lIns="91440" tIns="45720" rIns="91440" bIns="45720" anchor="ctr" anchorCtr="0"/>
                    <a:p>
                      <a:pPr marL="0" indent="0" algn="ctr">
                        <a:buNone/>
                        <a:defRPr/>
                      </a:pPr>
                      <a:r>
                        <a:rPr lang="en-US" sz="950" b="1">
                          <a:solidFill>
                            <a:srgbClr val="185fa5"/>
                          </a:solidFill>
                          <a:latin typeface="맑은 고딕"/>
                          <a:ea typeface="맑은 고딕"/>
                          <a:cs typeface="맑은 고딕"/>
                        </a:rPr>
                        <a:t>0.83</a:t>
                      </a:r>
                      <a:endParaRPr lang="en-US" sz="950">
                        <a:latin typeface="맑은 고딕"/>
                        <a:ea typeface="맑은 고딕"/>
                        <a:cs typeface="맑은 고딕"/>
                      </a:endParaRPr>
                    </a:p>
                  </a:txBody>
                  <a:tcPr marL="91440" marR="91440" anchor="ctr">
                    <a:lnL w="6350" cap="flat" cmpd="sng" algn="ctr">
                      <a:solidFill>
                        <a:srgbClr val="cccccc"/>
                      </a:solidFill>
                      <a:prstDash val="solid"/>
                      <a:round/>
                      <a:headEnd w="med" len="med"/>
                      <a:tailEnd w="med" len="med"/>
                    </a:lnL>
                    <a:lnR w="6350" cap="flat" cmpd="sng" algn="ctr">
                      <a:solidFill>
                        <a:srgbClr val="cccccc"/>
                      </a:solidFill>
                      <a:prstDash val="solid"/>
                      <a:round/>
                      <a:headEnd w="med" len="med"/>
                      <a:tailEnd w="med" len="med"/>
                    </a:lnR>
                    <a:lnT w="6350" cap="flat" cmpd="sng" algn="ctr">
                      <a:solidFill>
                        <a:srgbClr val="cccccc"/>
                      </a:solidFill>
                      <a:prstDash val="solid"/>
                      <a:round/>
                      <a:headEnd w="med" len="med"/>
                      <a:tailEnd w="med" len="med"/>
                    </a:lnT>
                    <a:lnB w="6350" cap="flat" cmpd="sng" algn="ctr">
                      <a:solidFill>
                        <a:srgbClr val="cccccc"/>
                      </a:solidFill>
                      <a:prstDash val="solid"/>
                      <a:round/>
                      <a:headEnd w="med" len="med"/>
                      <a:tailEnd w="med" len="med"/>
                    </a:lnB>
                  </a:tcPr>
                </a:tc>
              </a:tr>
            </a:tbl>
          </a:graphicData>
        </a:graphic>
      </p:graphicFrame>
      <p:sp>
        <p:nvSpPr>
          <p:cNvPr id="9" name="Shape 9"/>
          <p:cNvSpPr/>
          <p:nvPr/>
        </p:nvSpPr>
        <p:spPr>
          <a:xfrm>
            <a:off x="274320" y="4052322"/>
            <a:ext cx="8595360" cy="420624"/>
          </a:xfrm>
          <a:prstGeom prst="rect">
            <a:avLst/>
          </a:prstGeom>
          <a:solidFill>
            <a:srgbClr val="fafafa"/>
          </a:solidFill>
          <a:ln w="10160">
            <a:solidFill>
              <a:srgbClr val="185fa5"/>
            </a:solidFill>
            <a:prstDash val="solid"/>
          </a:ln>
        </p:spPr>
        <p:txBody>
          <a:bodyPr anchor="ctr"/>
          <a:lstStyle/>
          <a:p>
            <a:pPr algn="ctr">
              <a:defRPr/>
            </a:pPr>
            <a:endParaRPr lang="ko-KR" altLang="en-US"/>
          </a:p>
        </p:txBody>
      </p:sp>
      <p:sp>
        <p:nvSpPr>
          <p:cNvPr id="10" name="Shape 10"/>
          <p:cNvSpPr/>
          <p:nvPr/>
        </p:nvSpPr>
        <p:spPr>
          <a:xfrm>
            <a:off x="320040" y="4098042"/>
            <a:ext cx="320040" cy="320040"/>
          </a:xfrm>
          <a:prstGeom prst="ellipse">
            <a:avLst/>
          </a:prstGeom>
          <a:solidFill>
            <a:srgbClr val="185fa5"/>
          </a:solidFill>
          <a:ln w="12700">
            <a:solidFill>
              <a:srgbClr val="185fa5"/>
            </a:solidFill>
            <a:prstDash val="solid"/>
          </a:ln>
        </p:spPr>
        <p:txBody>
          <a:bodyPr anchor="ctr"/>
          <a:lstStyle/>
          <a:p>
            <a:pPr algn="ctr">
              <a:defRPr/>
            </a:pPr>
            <a:endParaRPr lang="ko-KR" altLang="en-US"/>
          </a:p>
        </p:txBody>
      </p:sp>
      <p:sp>
        <p:nvSpPr>
          <p:cNvPr id="11" name="Text 11"/>
          <p:cNvSpPr/>
          <p:nvPr/>
        </p:nvSpPr>
        <p:spPr>
          <a:xfrm>
            <a:off x="320040" y="4098042"/>
            <a:ext cx="320040" cy="320040"/>
          </a:xfrm>
          <a:prstGeom prst="rect">
            <a:avLst/>
          </a:prstGeom>
          <a:noFill/>
          <a:ln/>
        </p:spPr>
        <p:txBody>
          <a:bodyPr wrap="square" anchor="ctr"/>
          <a:lstStyle/>
          <a:p>
            <a:pPr marL="0" indent="0" algn="ctr">
              <a:buNone/>
              <a:defRPr/>
            </a:pPr>
            <a:r>
              <a:rPr lang="en-US" altLang="ko-KR" sz="900" b="1">
                <a:solidFill>
                  <a:srgbClr val="ffffff"/>
                </a:solidFill>
              </a:rPr>
              <a:t>1</a:t>
            </a:r>
            <a:endParaRPr lang="en-US" altLang="ko-KR" sz="900" b="1">
              <a:solidFill>
                <a:srgbClr val="ffffff"/>
              </a:solidFill>
            </a:endParaRPr>
          </a:p>
        </p:txBody>
      </p:sp>
      <p:sp>
        <p:nvSpPr>
          <p:cNvPr id="12" name="Text 12"/>
          <p:cNvSpPr/>
          <p:nvPr/>
        </p:nvSpPr>
        <p:spPr>
          <a:xfrm>
            <a:off x="731520" y="4079754"/>
            <a:ext cx="8065008" cy="347472"/>
          </a:xfrm>
          <a:prstGeom prst="rect">
            <a:avLst/>
          </a:prstGeom>
          <a:noFill/>
          <a:ln/>
        </p:spPr>
        <p:txBody>
          <a:bodyPr wrap="square" anchor="ctr"/>
          <a:lstStyle/>
          <a:p>
            <a:pPr marL="0" indent="0" algn="l">
              <a:buNone/>
              <a:defRPr/>
            </a:pPr>
            <a:r>
              <a:rPr lang="en-US" sz="950">
                <a:solidFill>
                  <a:srgbClr val="595959"/>
                </a:solidFill>
                <a:latin typeface="맑은 고딕"/>
                <a:ea typeface="맑은 고딕"/>
                <a:cs typeface="맑은 고딕"/>
              </a:rPr>
              <a:t>제안 모델(H-Triplet)이 전체 MRR@10 0.74로 범용 SBERT(0.42) 대비 76% 향상</a:t>
            </a:r>
            <a:endParaRPr lang="en-US" sz="950"/>
          </a:p>
        </p:txBody>
      </p:sp>
      <p:sp>
        <p:nvSpPr>
          <p:cNvPr id="13" name="Shape 13"/>
          <p:cNvSpPr/>
          <p:nvPr/>
        </p:nvSpPr>
        <p:spPr>
          <a:xfrm>
            <a:off x="274320" y="4527810"/>
            <a:ext cx="8595360" cy="420624"/>
          </a:xfrm>
          <a:prstGeom prst="rect">
            <a:avLst/>
          </a:prstGeom>
          <a:solidFill>
            <a:srgbClr val="fafafa"/>
          </a:solidFill>
          <a:ln w="10160">
            <a:solidFill>
              <a:srgbClr val="a32d2d"/>
            </a:solidFill>
            <a:prstDash val="solid"/>
          </a:ln>
        </p:spPr>
        <p:txBody>
          <a:bodyPr anchor="ctr"/>
          <a:lstStyle/>
          <a:p>
            <a:pPr algn="ctr">
              <a:defRPr/>
            </a:pPr>
            <a:endParaRPr lang="ko-KR" altLang="en-US"/>
          </a:p>
        </p:txBody>
      </p:sp>
      <p:sp>
        <p:nvSpPr>
          <p:cNvPr id="14" name="Shape 14"/>
          <p:cNvSpPr/>
          <p:nvPr/>
        </p:nvSpPr>
        <p:spPr>
          <a:xfrm>
            <a:off x="320040" y="4573530"/>
            <a:ext cx="320040" cy="320040"/>
          </a:xfrm>
          <a:prstGeom prst="ellipse">
            <a:avLst/>
          </a:prstGeom>
          <a:solidFill>
            <a:srgbClr val="a32d2d"/>
          </a:solidFill>
          <a:ln w="12700">
            <a:solidFill>
              <a:srgbClr val="a32d2d"/>
            </a:solidFill>
            <a:prstDash val="solid"/>
          </a:ln>
        </p:spPr>
        <p:txBody>
          <a:bodyPr anchor="ctr"/>
          <a:lstStyle/>
          <a:p>
            <a:pPr algn="ctr">
              <a:defRPr/>
            </a:pPr>
            <a:endParaRPr lang="ko-KR" altLang="en-US"/>
          </a:p>
        </p:txBody>
      </p:sp>
      <p:sp>
        <p:nvSpPr>
          <p:cNvPr id="15" name="Text 15"/>
          <p:cNvSpPr/>
          <p:nvPr/>
        </p:nvSpPr>
        <p:spPr>
          <a:xfrm>
            <a:off x="320040" y="4573530"/>
            <a:ext cx="320040" cy="320040"/>
          </a:xfrm>
          <a:prstGeom prst="rect">
            <a:avLst/>
          </a:prstGeom>
          <a:noFill/>
          <a:ln/>
        </p:spPr>
        <p:txBody>
          <a:bodyPr wrap="square" anchor="ctr"/>
          <a:lstStyle/>
          <a:p>
            <a:pPr marL="0" indent="0" algn="ctr">
              <a:buNone/>
              <a:defRPr/>
            </a:pPr>
            <a:r>
              <a:rPr lang="en-US" altLang="ko-KR" sz="900" b="1">
                <a:solidFill>
                  <a:srgbClr val="ffffff"/>
                </a:solidFill>
              </a:rPr>
              <a:t>2</a:t>
            </a:r>
            <a:endParaRPr lang="en-US" altLang="ko-KR" sz="900" b="1">
              <a:solidFill>
                <a:srgbClr val="ffffff"/>
              </a:solidFill>
            </a:endParaRPr>
          </a:p>
        </p:txBody>
      </p:sp>
      <p:sp>
        <p:nvSpPr>
          <p:cNvPr id="16" name="Text 16"/>
          <p:cNvSpPr/>
          <p:nvPr/>
        </p:nvSpPr>
        <p:spPr>
          <a:xfrm>
            <a:off x="731520" y="4555242"/>
            <a:ext cx="8065008" cy="347472"/>
          </a:xfrm>
          <a:prstGeom prst="rect">
            <a:avLst/>
          </a:prstGeom>
          <a:noFill/>
          <a:ln/>
        </p:spPr>
        <p:txBody>
          <a:bodyPr wrap="square" anchor="ctr"/>
          <a:lstStyle/>
          <a:p>
            <a:pPr marL="0" indent="0" algn="l">
              <a:buNone/>
              <a:defRPr/>
            </a:pPr>
            <a:r>
              <a:rPr lang="en-US" sz="950">
                <a:solidFill>
                  <a:srgbClr val="595959"/>
                </a:solidFill>
                <a:latin typeface="맑은 고딕"/>
                <a:ea typeface="맑은 고딕"/>
                <a:cs typeface="맑은 고딕"/>
              </a:rPr>
              <a:t>계층거리 1(소분류 내 구별)에서 가장 큰 성능 격차 — 0.28 → 0.68 (계층 구조 반영 효과 입증)</a:t>
            </a:r>
            <a:endParaRPr lang="en-US" sz="950"/>
          </a:p>
        </p:txBody>
      </p:sp>
      <p:sp>
        <p:nvSpPr>
          <p:cNvPr id="17" name="Shape 17"/>
          <p:cNvSpPr/>
          <p:nvPr/>
        </p:nvSpPr>
        <p:spPr>
          <a:xfrm>
            <a:off x="274320" y="5003298"/>
            <a:ext cx="8595360" cy="420624"/>
          </a:xfrm>
          <a:prstGeom prst="rect">
            <a:avLst/>
          </a:prstGeom>
          <a:solidFill>
            <a:srgbClr val="fafafa"/>
          </a:solidFill>
          <a:ln w="10160">
            <a:solidFill>
              <a:srgbClr val="1d9e75"/>
            </a:solidFill>
            <a:prstDash val="solid"/>
          </a:ln>
        </p:spPr>
        <p:txBody>
          <a:bodyPr anchor="ctr"/>
          <a:lstStyle/>
          <a:p>
            <a:pPr algn="ctr">
              <a:defRPr/>
            </a:pPr>
            <a:endParaRPr lang="ko-KR" altLang="en-US"/>
          </a:p>
        </p:txBody>
      </p:sp>
      <p:sp>
        <p:nvSpPr>
          <p:cNvPr id="18" name="Shape 18"/>
          <p:cNvSpPr/>
          <p:nvPr/>
        </p:nvSpPr>
        <p:spPr>
          <a:xfrm>
            <a:off x="320040" y="5049018"/>
            <a:ext cx="320040" cy="320040"/>
          </a:xfrm>
          <a:prstGeom prst="ellipse">
            <a:avLst/>
          </a:prstGeom>
          <a:solidFill>
            <a:srgbClr val="1d9e75"/>
          </a:solidFill>
          <a:ln w="12700">
            <a:solidFill>
              <a:srgbClr val="1d9e75"/>
            </a:solidFill>
            <a:prstDash val="solid"/>
          </a:ln>
        </p:spPr>
        <p:txBody>
          <a:bodyPr anchor="ctr"/>
          <a:lstStyle/>
          <a:p>
            <a:pPr algn="ctr">
              <a:defRPr/>
            </a:pPr>
            <a:endParaRPr lang="ko-KR" altLang="en-US"/>
          </a:p>
        </p:txBody>
      </p:sp>
      <p:sp>
        <p:nvSpPr>
          <p:cNvPr id="19" name="Text 19"/>
          <p:cNvSpPr/>
          <p:nvPr/>
        </p:nvSpPr>
        <p:spPr>
          <a:xfrm>
            <a:off x="320040" y="5049018"/>
            <a:ext cx="320040" cy="320040"/>
          </a:xfrm>
          <a:prstGeom prst="rect">
            <a:avLst/>
          </a:prstGeom>
          <a:noFill/>
          <a:ln/>
        </p:spPr>
        <p:txBody>
          <a:bodyPr wrap="square" anchor="ctr"/>
          <a:lstStyle/>
          <a:p>
            <a:pPr marL="0" indent="0" algn="ctr">
              <a:buNone/>
              <a:defRPr/>
            </a:pPr>
            <a:r>
              <a:rPr lang="en-US" altLang="ko-KR" sz="900" b="1">
                <a:solidFill>
                  <a:srgbClr val="ffffff"/>
                </a:solidFill>
              </a:rPr>
              <a:t>3</a:t>
            </a:r>
            <a:endParaRPr lang="en-US" altLang="ko-KR" sz="900" b="1">
              <a:solidFill>
                <a:srgbClr val="ffffff"/>
              </a:solidFill>
            </a:endParaRPr>
          </a:p>
        </p:txBody>
      </p:sp>
      <p:sp>
        <p:nvSpPr>
          <p:cNvPr id="20" name="Text 20"/>
          <p:cNvSpPr/>
          <p:nvPr/>
        </p:nvSpPr>
        <p:spPr>
          <a:xfrm>
            <a:off x="731520" y="5030730"/>
            <a:ext cx="8065008" cy="347472"/>
          </a:xfrm>
          <a:prstGeom prst="rect">
            <a:avLst/>
          </a:prstGeom>
          <a:noFill/>
          <a:ln/>
        </p:spPr>
        <p:txBody>
          <a:bodyPr wrap="square" anchor="ctr"/>
          <a:lstStyle/>
          <a:p>
            <a:pPr marL="0" indent="0" algn="l">
              <a:buNone/>
              <a:defRPr/>
            </a:pPr>
            <a:r>
              <a:rPr lang="en-US" sz="950">
                <a:solidFill>
                  <a:srgbClr val="595959"/>
                </a:solidFill>
                <a:latin typeface="맑은 고딕"/>
                <a:ea typeface="맑은 고딕"/>
                <a:cs typeface="맑은 고딕"/>
              </a:rPr>
              <a:t>SimCSE(0.58) 대비 제안 모델(0.74)이 우수 — 대조학습 대비 계층 구조 반영의 유효성 확인</a:t>
            </a:r>
            <a:endParaRPr lang="en-US" sz="950"/>
          </a:p>
        </p:txBody>
      </p:sp>
      <p:sp>
        <p:nvSpPr>
          <p:cNvPr id="21" name="Text 7"/>
          <p:cNvSpPr/>
          <p:nvPr/>
        </p:nvSpPr>
        <p:spPr>
          <a:xfrm>
            <a:off x="274320" y="3609002"/>
            <a:ext cx="8595360" cy="320040"/>
          </a:xfrm>
          <a:prstGeom prst="rect">
            <a:avLst/>
          </a:prstGeom>
          <a:noFill/>
          <a:ln/>
        </p:spPr>
        <p:txBody>
          <a:bodyPr wrap="square" anchor="ctr"/>
          <a:lstStyle/>
          <a:p>
            <a:pPr marL="0" indent="0" algn="l">
              <a:buNone/>
              <a:defRPr/>
            </a:pPr>
            <a:r>
              <a:rPr lang="en-US" sz="1400" b="1">
                <a:solidFill>
                  <a:srgbClr val="1b3a6b"/>
                </a:solidFill>
                <a:latin typeface="맑은 고딕"/>
                <a:ea typeface="맑은 고딕"/>
                <a:cs typeface="맑은 고딕"/>
              </a:rPr>
              <a:t>■ </a:t>
            </a:r>
            <a:r>
              <a:rPr lang="ko-KR" altLang="en-US" b="1">
                <a:solidFill>
                  <a:srgbClr val="203a7b"/>
                </a:solidFill>
                <a:latin typeface="맑은 고딕"/>
                <a:ea typeface="맑은 고딕"/>
                <a:cs typeface="맑은 고딕"/>
              </a:rPr>
              <a:t>핵심 발견</a:t>
            </a:r>
            <a:endParaRPr lang="ko-KR" altLang="en-US" b="1">
              <a:solidFill>
                <a:srgbClr val="203a7b"/>
              </a:solidFill>
              <a:latin typeface="맑은 고딕"/>
              <a:ea typeface="맑은 고딕"/>
              <a:cs typeface="맑은 고딕"/>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7" name="Rectangle 3"/>
          <p:cNvSpPr txBox="1">
            <a:spLocks noChangeArrowheads="1"/>
          </p:cNvSpPr>
          <p:nvPr/>
        </p:nvSpPr>
        <p:spPr>
          <a:xfrm>
            <a:off x="400012" y="1088974"/>
            <a:ext cx="4060579" cy="349301"/>
          </a:xfrm>
          <a:prstGeom prst="rect">
            <a:avLst/>
          </a:prstGeom>
          <a:noFill/>
          <a:ln>
            <a:noFill/>
          </a:ln>
          <a:effectLst/>
        </p:spPr>
        <p:txBody>
          <a:bodyPr vert="horz" wrap="square" lIns="0" tIns="0" rIns="0" bIns="0" anchor="t" anchorCtr="0">
            <a:prstTxWarp prst="textNoShape">
              <a:avLst/>
            </a:prstTxWarp>
            <a:spAutoFit/>
          </a:bodyPr>
          <a:lstStyle>
            <a:lvl1pPr marL="241795" indent="-241795" algn="l" defTabSz="597892" rtl="0" eaLnBrk="0" fontAlgn="base" hangingPunct="0">
              <a:lnSpc>
                <a:spcPct val="150000"/>
              </a:lnSpc>
              <a:spcBef>
                <a:spcPct val="115000"/>
              </a:spcBef>
              <a:spcAft>
                <a:spcPct val="0"/>
              </a:spcAft>
              <a:buClr>
                <a:schemeClr val="tx2"/>
              </a:buClr>
              <a:buFont typeface="Wingdings"/>
              <a:buChar char="n"/>
              <a:defRPr sz="1600" b="1">
                <a:solidFill>
                  <a:srgbClr val="000000"/>
                </a:solidFill>
                <a:latin typeface="Corbel"/>
                <a:ea typeface="맑은 고딕"/>
                <a:cs typeface="+mn-cs"/>
              </a:defRPr>
            </a:lvl1pPr>
            <a:lvl2pPr marL="410318" indent="-167058" algn="l" defTabSz="597892" rtl="0" eaLnBrk="0" fontAlgn="base" hangingPunct="0">
              <a:lnSpc>
                <a:spcPct val="150000"/>
              </a:lnSpc>
              <a:spcBef>
                <a:spcPct val="5000"/>
              </a:spcBef>
              <a:spcAft>
                <a:spcPct val="0"/>
              </a:spcAft>
              <a:buClr>
                <a:schemeClr val="tx2"/>
              </a:buClr>
              <a:buFont typeface="맑은 고딕"/>
              <a:buChar char="√"/>
              <a:defRPr sz="1400">
                <a:solidFill>
                  <a:srgbClr val="000000"/>
                </a:solidFill>
                <a:latin typeface="Corbel"/>
                <a:ea typeface="맑은 고딕"/>
              </a:defRPr>
            </a:lvl2pPr>
            <a:lvl3pPr marL="580307" indent="-168524" algn="l" defTabSz="597892" rtl="0" eaLnBrk="0" fontAlgn="base" hangingPunct="0">
              <a:lnSpc>
                <a:spcPct val="150000"/>
              </a:lnSpc>
              <a:spcBef>
                <a:spcPct val="8000"/>
              </a:spcBef>
              <a:spcAft>
                <a:spcPct val="0"/>
              </a:spcAft>
              <a:buClr>
                <a:schemeClr val="tx2"/>
              </a:buClr>
              <a:buFont typeface="Arial"/>
              <a:buChar char="•"/>
              <a:defRPr sz="1200">
                <a:solidFill>
                  <a:srgbClr val="000000"/>
                </a:solidFill>
                <a:latin typeface="Corbel"/>
                <a:ea typeface="맑은 고딕"/>
              </a:defRPr>
            </a:lvl3pPr>
            <a:lvl4pPr marL="748831" indent="-167058" algn="l" defTabSz="597892" rtl="0" eaLnBrk="0" fontAlgn="base" hangingPunct="0">
              <a:lnSpc>
                <a:spcPct val="150000"/>
              </a:lnSpc>
              <a:spcBef>
                <a:spcPct val="8000"/>
              </a:spcBef>
              <a:spcAft>
                <a:spcPct val="0"/>
              </a:spcAft>
              <a:buClr>
                <a:schemeClr val="tx2"/>
              </a:buClr>
              <a:buFont typeface="Arial"/>
              <a:buChar char="-"/>
              <a:defRPr sz="1200">
                <a:solidFill>
                  <a:srgbClr val="000000"/>
                </a:solidFill>
                <a:latin typeface="Corbel"/>
                <a:ea typeface="맑은 고딕"/>
              </a:defRPr>
            </a:lvl4pPr>
            <a:lvl5pPr marL="917354" indent="-167058" algn="l" defTabSz="597892" rtl="0" eaLnBrk="0" fontAlgn="base" hangingPunct="0">
              <a:lnSpc>
                <a:spcPct val="150000"/>
              </a:lnSpc>
              <a:spcBef>
                <a:spcPct val="8000"/>
              </a:spcBef>
              <a:spcAft>
                <a:spcPct val="0"/>
              </a:spcAft>
              <a:buClr>
                <a:srgbClr val="f37121"/>
              </a:buClr>
              <a:buFont typeface="Wingdings"/>
              <a:buChar char="§"/>
              <a:defRPr sz="1292">
                <a:solidFill>
                  <a:srgbClr val="000000"/>
                </a:solidFill>
                <a:latin typeface="맑은 고딕"/>
                <a:ea typeface="맑은 고딕"/>
              </a:defRPr>
            </a:lvl5pPr>
            <a:lvl6pPr marL="1339395"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6pPr>
            <a:lvl7pPr marL="1761436"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7pPr>
            <a:lvl8pPr marL="2183478"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8pPr>
            <a:lvl9pPr marL="2605519"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9pPr>
          </a:lstStyle>
          <a:p>
            <a:pPr>
              <a:lnSpc>
                <a:spcPct val="130000"/>
              </a:lnSpc>
              <a:spcBef>
                <a:spcPts val="600"/>
              </a:spcBef>
              <a:defRPr/>
            </a:pPr>
            <a:r>
              <a:rPr lang="ko-KR" altLang="en-US" sz="1800" kern="0">
                <a:solidFill>
                  <a:schemeClr val="accent1">
                    <a:lumMod val="75000"/>
                  </a:schemeClr>
                </a:solidFill>
              </a:rPr>
              <a:t>성능 향상 원인 분석</a:t>
            </a:r>
            <a:endParaRPr lang="ko-KR" altLang="en-US" sz="1800" kern="0">
              <a:solidFill>
                <a:schemeClr val="accent1">
                  <a:lumMod val="75000"/>
                </a:schemeClr>
              </a:solidFill>
            </a:endParaRPr>
          </a:p>
        </p:txBody>
      </p:sp>
      <p:sp>
        <p:nvSpPr>
          <p:cNvPr id="2" name="제목 1"/>
          <p:cNvSpPr>
            <a:spLocks noGrp="1"/>
          </p:cNvSpPr>
          <p:nvPr>
            <p:ph type="title" idx="0"/>
          </p:nvPr>
        </p:nvSpPr>
        <p:spPr/>
        <p:txBody>
          <a:bodyPr/>
          <a:lstStyle/>
          <a:p>
            <a:pPr lvl="0">
              <a:defRPr/>
            </a:pPr>
            <a:r>
              <a:rPr lang="ko-KR" altLang="en-US"/>
              <a:t>결과</a:t>
            </a:r>
            <a:r>
              <a:rPr lang="en-US" altLang="ko-KR"/>
              <a:t> </a:t>
            </a:r>
            <a:r>
              <a:rPr lang="ko-KR" altLang="en-US"/>
              <a:t>및 분석 </a:t>
            </a:r>
            <a:r>
              <a:rPr lang="en-US" altLang="ko-KR"/>
              <a:t>(Results &amp; Analysis)</a:t>
            </a:r>
            <a:endParaRPr lang="ko-KR" altLang="en-US"/>
          </a:p>
        </p:txBody>
      </p:sp>
      <p:sp>
        <p:nvSpPr>
          <p:cNvPr id="39" name="Shape 8"/>
          <p:cNvSpPr/>
          <p:nvPr/>
        </p:nvSpPr>
        <p:spPr>
          <a:xfrm>
            <a:off x="274320" y="1568196"/>
            <a:ext cx="8595360" cy="1078992"/>
          </a:xfrm>
          <a:prstGeom prst="rect">
            <a:avLst/>
          </a:prstGeom>
          <a:solidFill>
            <a:srgbClr val="fafafa"/>
          </a:solidFill>
          <a:ln w="10160">
            <a:solidFill>
              <a:srgbClr val="a32d2d"/>
            </a:solidFill>
            <a:prstDash val="solid"/>
          </a:ln>
        </p:spPr>
        <p:txBody>
          <a:bodyPr anchor="ctr"/>
          <a:lstStyle/>
          <a:p>
            <a:pPr algn="ctr">
              <a:defRPr/>
            </a:pPr>
            <a:endParaRPr lang="ko-KR" altLang="en-US"/>
          </a:p>
        </p:txBody>
      </p:sp>
      <p:sp>
        <p:nvSpPr>
          <p:cNvPr id="40" name="Shape 9"/>
          <p:cNvSpPr/>
          <p:nvPr/>
        </p:nvSpPr>
        <p:spPr>
          <a:xfrm>
            <a:off x="274320" y="1568196"/>
            <a:ext cx="914400" cy="329184"/>
          </a:xfrm>
          <a:prstGeom prst="rect">
            <a:avLst/>
          </a:prstGeom>
          <a:solidFill>
            <a:srgbClr val="a32d2d"/>
          </a:solidFill>
          <a:ln w="12700">
            <a:solidFill>
              <a:srgbClr val="a32d2d"/>
            </a:solidFill>
            <a:prstDash val="solid"/>
          </a:ln>
        </p:spPr>
        <p:txBody>
          <a:bodyPr anchor="ctr"/>
          <a:lstStyle/>
          <a:p>
            <a:pPr algn="ctr">
              <a:defRPr/>
            </a:pPr>
            <a:endParaRPr lang="ko-KR" altLang="en-US"/>
          </a:p>
        </p:txBody>
      </p:sp>
      <p:sp>
        <p:nvSpPr>
          <p:cNvPr id="41" name="Text 10"/>
          <p:cNvSpPr/>
          <p:nvPr/>
        </p:nvSpPr>
        <p:spPr>
          <a:xfrm>
            <a:off x="274320" y="1568196"/>
            <a:ext cx="914400" cy="329184"/>
          </a:xfrm>
          <a:prstGeom prst="rect">
            <a:avLst/>
          </a:prstGeom>
          <a:noFill/>
          <a:ln/>
        </p:spPr>
        <p:txBody>
          <a:bodyPr wrap="square" anchor="ctr"/>
          <a:lstStyle/>
          <a:p>
            <a:pPr marL="0" indent="0" algn="ctr">
              <a:buNone/>
              <a:defRPr/>
            </a:pPr>
            <a:r>
              <a:rPr lang="en-US" sz="900" b="1">
                <a:solidFill>
                  <a:srgbClr val="ffffff"/>
                </a:solidFill>
                <a:latin typeface="맑은 고딕"/>
                <a:ea typeface="맑은 고딕"/>
                <a:cs typeface="맑은 고딕"/>
              </a:rPr>
              <a:t>원인 1</a:t>
            </a:r>
            <a:endParaRPr lang="en-US" sz="900"/>
          </a:p>
        </p:txBody>
      </p:sp>
      <p:sp>
        <p:nvSpPr>
          <p:cNvPr id="42" name="Text 11"/>
          <p:cNvSpPr/>
          <p:nvPr/>
        </p:nvSpPr>
        <p:spPr>
          <a:xfrm>
            <a:off x="1261872" y="1613916"/>
            <a:ext cx="7498080" cy="256032"/>
          </a:xfrm>
          <a:prstGeom prst="rect">
            <a:avLst/>
          </a:prstGeom>
          <a:noFill/>
          <a:ln/>
        </p:spPr>
        <p:txBody>
          <a:bodyPr wrap="square" anchor="ctr"/>
          <a:lstStyle/>
          <a:p>
            <a:pPr marL="0" indent="0" algn="l">
              <a:buNone/>
              <a:defRPr/>
            </a:pPr>
            <a:r>
              <a:rPr lang="en-US" sz="1050" b="1">
                <a:solidFill>
                  <a:srgbClr val="a32d2d"/>
                </a:solidFill>
                <a:latin typeface="맑은 고딕"/>
                <a:ea typeface="맑은 고딕"/>
                <a:cs typeface="맑은 고딕"/>
              </a:rPr>
              <a:t>계층 가중치 효과 — 비슷한 불량을 집중 학습</a:t>
            </a:r>
            <a:endParaRPr lang="en-US" sz="1050"/>
          </a:p>
        </p:txBody>
      </p:sp>
      <p:sp>
        <p:nvSpPr>
          <p:cNvPr id="43" name="Text 12"/>
          <p:cNvSpPr/>
          <p:nvPr/>
        </p:nvSpPr>
        <p:spPr>
          <a:xfrm>
            <a:off x="384048" y="1915668"/>
            <a:ext cx="8366760" cy="685800"/>
          </a:xfrm>
          <a:prstGeom prst="rect">
            <a:avLst/>
          </a:prstGeom>
          <a:noFill/>
          <a:ln/>
        </p:spPr>
        <p:txBody>
          <a:bodyPr wrap="square" anchor="ctr"/>
          <a:lstStyle/>
          <a:p>
            <a:pPr marL="0" indent="0" algn="l">
              <a:lnSpc>
                <a:spcPct val="138000"/>
              </a:lnSpc>
              <a:buNone/>
              <a:defRPr/>
            </a:pPr>
            <a:r>
              <a:rPr lang="en-US" sz="950">
                <a:solidFill>
                  <a:srgbClr val="595959"/>
                </a:solidFill>
                <a:latin typeface="맑은 고딕"/>
                <a:ea typeface="맑은 고딕"/>
                <a:cs typeface="맑은 고딕"/>
              </a:rPr>
              <a:t>기존 Triplet Loss 는 모든 Negative 에 동일한 margin 을 적용하여 "파티클 밀도 초과" 와 "파티클 크기 초과" 처럼 표현이 유사한 불량을 구별하지 못했다 . Hierarchical Triplet Loss 는 계층거리 1 인 Negative 에 w=1.5 를 적용하여 소분류 내 유사 불량을 강하게 밀어내도록 학습함으로써 계층거리 1 구간에서 가장 큰 성능 향상 (0.28 → 0.68) 을 달성하였다 .</a:t>
            </a:r>
            <a:endParaRPr lang="en-US" sz="950"/>
          </a:p>
        </p:txBody>
      </p:sp>
      <p:sp>
        <p:nvSpPr>
          <p:cNvPr id="44" name="Shape 13"/>
          <p:cNvSpPr/>
          <p:nvPr/>
        </p:nvSpPr>
        <p:spPr>
          <a:xfrm>
            <a:off x="274320" y="2738628"/>
            <a:ext cx="8595360" cy="1078992"/>
          </a:xfrm>
          <a:prstGeom prst="rect">
            <a:avLst/>
          </a:prstGeom>
          <a:solidFill>
            <a:srgbClr val="fafafa"/>
          </a:solidFill>
          <a:ln w="10160">
            <a:solidFill>
              <a:srgbClr val="ed7d31"/>
            </a:solidFill>
            <a:prstDash val="solid"/>
          </a:ln>
        </p:spPr>
        <p:txBody>
          <a:bodyPr anchor="ctr"/>
          <a:lstStyle/>
          <a:p>
            <a:pPr algn="ctr">
              <a:defRPr/>
            </a:pPr>
            <a:endParaRPr lang="ko-KR" altLang="en-US"/>
          </a:p>
        </p:txBody>
      </p:sp>
      <p:sp>
        <p:nvSpPr>
          <p:cNvPr id="45" name="Shape 14"/>
          <p:cNvSpPr/>
          <p:nvPr/>
        </p:nvSpPr>
        <p:spPr>
          <a:xfrm>
            <a:off x="274320" y="2738628"/>
            <a:ext cx="914400" cy="329184"/>
          </a:xfrm>
          <a:prstGeom prst="rect">
            <a:avLst/>
          </a:prstGeom>
          <a:solidFill>
            <a:srgbClr val="ed7d31"/>
          </a:solidFill>
          <a:ln w="12700">
            <a:solidFill>
              <a:srgbClr val="ed7d31"/>
            </a:solidFill>
            <a:prstDash val="solid"/>
          </a:ln>
        </p:spPr>
        <p:txBody>
          <a:bodyPr anchor="ctr"/>
          <a:lstStyle/>
          <a:p>
            <a:pPr algn="ctr">
              <a:defRPr/>
            </a:pPr>
            <a:endParaRPr lang="ko-KR" altLang="en-US"/>
          </a:p>
        </p:txBody>
      </p:sp>
      <p:sp>
        <p:nvSpPr>
          <p:cNvPr id="46" name="Text 15"/>
          <p:cNvSpPr/>
          <p:nvPr/>
        </p:nvSpPr>
        <p:spPr>
          <a:xfrm>
            <a:off x="274320" y="2738628"/>
            <a:ext cx="914400" cy="329184"/>
          </a:xfrm>
          <a:prstGeom prst="rect">
            <a:avLst/>
          </a:prstGeom>
          <a:noFill/>
          <a:ln/>
        </p:spPr>
        <p:txBody>
          <a:bodyPr wrap="square" anchor="ctr"/>
          <a:lstStyle/>
          <a:p>
            <a:pPr marL="0" indent="0" algn="ctr">
              <a:buNone/>
              <a:defRPr/>
            </a:pPr>
            <a:r>
              <a:rPr lang="en-US" sz="900" b="1">
                <a:solidFill>
                  <a:srgbClr val="ffffff"/>
                </a:solidFill>
                <a:latin typeface="맑은 고딕"/>
                <a:ea typeface="맑은 고딕"/>
                <a:cs typeface="맑은 고딕"/>
              </a:rPr>
              <a:t>원인 2</a:t>
            </a:r>
            <a:endParaRPr lang="en-US" sz="900"/>
          </a:p>
        </p:txBody>
      </p:sp>
      <p:sp>
        <p:nvSpPr>
          <p:cNvPr id="47" name="Text 16"/>
          <p:cNvSpPr/>
          <p:nvPr/>
        </p:nvSpPr>
        <p:spPr>
          <a:xfrm>
            <a:off x="1261872" y="2784348"/>
            <a:ext cx="7498080" cy="256032"/>
          </a:xfrm>
          <a:prstGeom prst="rect">
            <a:avLst/>
          </a:prstGeom>
          <a:noFill/>
          <a:ln/>
        </p:spPr>
        <p:txBody>
          <a:bodyPr wrap="square" anchor="ctr"/>
          <a:lstStyle/>
          <a:p>
            <a:pPr marL="0" indent="0" algn="l">
              <a:buNone/>
              <a:defRPr/>
            </a:pPr>
            <a:r>
              <a:rPr lang="en-US" sz="1050" b="1">
                <a:solidFill>
                  <a:srgbClr val="ed7d31"/>
                </a:solidFill>
                <a:latin typeface="맑은 고딕"/>
                <a:ea typeface="맑은 고딕"/>
                <a:cs typeface="맑은 고딕"/>
              </a:rPr>
              <a:t>도메인 특화 학습 효과 — 웨이퍼 전문 용어 관계 파악</a:t>
            </a:r>
            <a:endParaRPr lang="en-US" sz="1050"/>
          </a:p>
        </p:txBody>
      </p:sp>
      <p:sp>
        <p:nvSpPr>
          <p:cNvPr id="48" name="Text 17"/>
          <p:cNvSpPr/>
          <p:nvPr/>
        </p:nvSpPr>
        <p:spPr>
          <a:xfrm>
            <a:off x="384048" y="3086100"/>
            <a:ext cx="8366760" cy="685800"/>
          </a:xfrm>
          <a:prstGeom prst="rect">
            <a:avLst/>
          </a:prstGeom>
          <a:noFill/>
          <a:ln/>
        </p:spPr>
        <p:txBody>
          <a:bodyPr wrap="square" anchor="ctr"/>
          <a:lstStyle/>
          <a:p>
            <a:pPr marL="0" indent="0" algn="l">
              <a:lnSpc>
                <a:spcPct val="138000"/>
              </a:lnSpc>
              <a:buNone/>
              <a:defRPr/>
            </a:pPr>
            <a:r>
              <a:rPr lang="en-US" sz="950">
                <a:solidFill>
                  <a:srgbClr val="595959"/>
                </a:solidFill>
                <a:latin typeface="맑은 고딕"/>
                <a:ea typeface="맑은 고딕"/>
                <a:cs typeface="맑은 고딕"/>
              </a:rPr>
              <a:t>일반 텍스트로만 학습된 범용 모델은 "파티클" , "스크래치" , "누설전류" 등 웨이퍼 전문 용어 간의 의미 관계를 파악하지 못했다 . KorNLI 파인튜닝과 웨이퍼 Triplet 데이터를 결합함으로써 도메인 특화 어휘 관계를 학습하게 되어 전체적인 검색 정확도가 향상되었다 .</a:t>
            </a:r>
            <a:endParaRPr lang="en-US" sz="950"/>
          </a:p>
        </p:txBody>
      </p:sp>
      <p:sp>
        <p:nvSpPr>
          <p:cNvPr id="49" name="Shape 18"/>
          <p:cNvSpPr/>
          <p:nvPr/>
        </p:nvSpPr>
        <p:spPr>
          <a:xfrm>
            <a:off x="274320" y="3909060"/>
            <a:ext cx="8595360" cy="1078992"/>
          </a:xfrm>
          <a:prstGeom prst="rect">
            <a:avLst/>
          </a:prstGeom>
          <a:solidFill>
            <a:srgbClr val="fafafa"/>
          </a:solidFill>
          <a:ln w="10160">
            <a:solidFill>
              <a:srgbClr val="185fa5"/>
            </a:solidFill>
            <a:prstDash val="solid"/>
          </a:ln>
        </p:spPr>
        <p:txBody>
          <a:bodyPr anchor="ctr"/>
          <a:lstStyle/>
          <a:p>
            <a:pPr algn="ctr">
              <a:defRPr/>
            </a:pPr>
            <a:endParaRPr lang="ko-KR" altLang="en-US"/>
          </a:p>
        </p:txBody>
      </p:sp>
      <p:sp>
        <p:nvSpPr>
          <p:cNvPr id="50" name="Shape 19"/>
          <p:cNvSpPr/>
          <p:nvPr/>
        </p:nvSpPr>
        <p:spPr>
          <a:xfrm>
            <a:off x="274320" y="3909060"/>
            <a:ext cx="914400" cy="329184"/>
          </a:xfrm>
          <a:prstGeom prst="rect">
            <a:avLst/>
          </a:prstGeom>
          <a:solidFill>
            <a:srgbClr val="185fa5"/>
          </a:solidFill>
          <a:ln w="12700">
            <a:solidFill>
              <a:srgbClr val="185fa5"/>
            </a:solidFill>
            <a:prstDash val="solid"/>
          </a:ln>
        </p:spPr>
        <p:txBody>
          <a:bodyPr anchor="ctr"/>
          <a:lstStyle/>
          <a:p>
            <a:pPr algn="ctr">
              <a:defRPr/>
            </a:pPr>
            <a:endParaRPr lang="ko-KR" altLang="en-US"/>
          </a:p>
        </p:txBody>
      </p:sp>
      <p:sp>
        <p:nvSpPr>
          <p:cNvPr id="51" name="Text 20"/>
          <p:cNvSpPr/>
          <p:nvPr/>
        </p:nvSpPr>
        <p:spPr>
          <a:xfrm>
            <a:off x="274320" y="3909060"/>
            <a:ext cx="914400" cy="329184"/>
          </a:xfrm>
          <a:prstGeom prst="rect">
            <a:avLst/>
          </a:prstGeom>
          <a:noFill/>
          <a:ln/>
        </p:spPr>
        <p:txBody>
          <a:bodyPr wrap="square" anchor="ctr"/>
          <a:lstStyle/>
          <a:p>
            <a:pPr marL="0" indent="0" algn="ctr">
              <a:buNone/>
              <a:defRPr/>
            </a:pPr>
            <a:r>
              <a:rPr lang="en-US" sz="900" b="1">
                <a:solidFill>
                  <a:srgbClr val="ffffff"/>
                </a:solidFill>
                <a:latin typeface="맑은 고딕"/>
                <a:ea typeface="맑은 고딕"/>
                <a:cs typeface="맑은 고딕"/>
              </a:rPr>
              <a:t>원인 3</a:t>
            </a:r>
            <a:endParaRPr lang="en-US" sz="900"/>
          </a:p>
        </p:txBody>
      </p:sp>
      <p:sp>
        <p:nvSpPr>
          <p:cNvPr id="52" name="Text 21"/>
          <p:cNvSpPr/>
          <p:nvPr/>
        </p:nvSpPr>
        <p:spPr>
          <a:xfrm>
            <a:off x="1261872" y="3954780"/>
            <a:ext cx="7498080" cy="256032"/>
          </a:xfrm>
          <a:prstGeom prst="rect">
            <a:avLst/>
          </a:prstGeom>
          <a:noFill/>
          <a:ln/>
        </p:spPr>
        <p:txBody>
          <a:bodyPr wrap="square" anchor="ctr"/>
          <a:lstStyle/>
          <a:p>
            <a:pPr marL="0" indent="0" algn="l">
              <a:buNone/>
              <a:defRPr/>
            </a:pPr>
            <a:r>
              <a:rPr lang="en-US" sz="1050" b="1">
                <a:solidFill>
                  <a:srgbClr val="185fa5"/>
                </a:solidFill>
                <a:latin typeface="맑은 고딕"/>
                <a:ea typeface="맑은 고딕"/>
                <a:cs typeface="맑은 고딕"/>
              </a:rPr>
              <a:t>SimCSE 대비 우수한 이유 — 계층 구조 명시적 반영</a:t>
            </a:r>
            <a:endParaRPr lang="en-US" sz="1050"/>
          </a:p>
        </p:txBody>
      </p:sp>
      <p:sp>
        <p:nvSpPr>
          <p:cNvPr id="53" name="Text 22"/>
          <p:cNvSpPr/>
          <p:nvPr/>
        </p:nvSpPr>
        <p:spPr>
          <a:xfrm>
            <a:off x="384048" y="4256532"/>
            <a:ext cx="8366760" cy="685800"/>
          </a:xfrm>
          <a:prstGeom prst="rect">
            <a:avLst/>
          </a:prstGeom>
          <a:noFill/>
          <a:ln/>
        </p:spPr>
        <p:txBody>
          <a:bodyPr wrap="square" anchor="ctr"/>
          <a:lstStyle/>
          <a:p>
            <a:pPr marL="0" indent="0" algn="l">
              <a:lnSpc>
                <a:spcPct val="138000"/>
              </a:lnSpc>
              <a:buNone/>
              <a:defRPr/>
            </a:pPr>
            <a:r>
              <a:rPr lang="en-US" sz="950">
                <a:solidFill>
                  <a:srgbClr val="595959"/>
                </a:solidFill>
                <a:latin typeface="맑은 고딕"/>
                <a:ea typeface="맑은 고딕"/>
                <a:cs typeface="맑은 고딕"/>
              </a:rPr>
              <a:t>SimCSE 는 대조학습으로 임베딩 분포를 균일하게 만드는 데 강점이 있으나 ,  불량 유형 간 계층적 관계를 반영하지 못한다 . 반면 제안 모델은 계층 구조를 Loss 에 명시적으로 반영하여 제조 도메인 특화 변별력을 확보하였으며 ,  이것이 SimCSE(0.58) 대비 0.16 높은 MRR@10(0.74) 를 달성한 핵심 원인이다 .</a:t>
            </a:r>
            <a:endParaRPr lang="en-US" sz="95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7" name="Rectangle 3"/>
          <p:cNvSpPr txBox="1">
            <a:spLocks noChangeArrowheads="1"/>
          </p:cNvSpPr>
          <p:nvPr/>
        </p:nvSpPr>
        <p:spPr>
          <a:xfrm>
            <a:off x="400012" y="1088974"/>
            <a:ext cx="4060579" cy="349301"/>
          </a:xfrm>
          <a:prstGeom prst="rect">
            <a:avLst/>
          </a:prstGeom>
          <a:noFill/>
          <a:ln>
            <a:noFill/>
          </a:ln>
          <a:effectLst/>
        </p:spPr>
        <p:txBody>
          <a:bodyPr vert="horz" wrap="square" lIns="0" tIns="0" rIns="0" bIns="0" anchor="t" anchorCtr="0">
            <a:prstTxWarp prst="textNoShape">
              <a:avLst/>
            </a:prstTxWarp>
            <a:spAutoFit/>
          </a:bodyPr>
          <a:lstStyle>
            <a:lvl1pPr marL="241795" indent="-241795" algn="l" defTabSz="597892" rtl="0" eaLnBrk="0" fontAlgn="base" hangingPunct="0">
              <a:lnSpc>
                <a:spcPct val="150000"/>
              </a:lnSpc>
              <a:spcBef>
                <a:spcPct val="115000"/>
              </a:spcBef>
              <a:spcAft>
                <a:spcPct val="0"/>
              </a:spcAft>
              <a:buClr>
                <a:schemeClr val="tx2"/>
              </a:buClr>
              <a:buFont typeface="Wingdings"/>
              <a:buChar char="n"/>
              <a:defRPr sz="1600" b="1">
                <a:solidFill>
                  <a:srgbClr val="000000"/>
                </a:solidFill>
                <a:latin typeface="Corbel"/>
                <a:ea typeface="맑은 고딕"/>
                <a:cs typeface="+mn-cs"/>
              </a:defRPr>
            </a:lvl1pPr>
            <a:lvl2pPr marL="410318" indent="-167058" algn="l" defTabSz="597892" rtl="0" eaLnBrk="0" fontAlgn="base" hangingPunct="0">
              <a:lnSpc>
                <a:spcPct val="150000"/>
              </a:lnSpc>
              <a:spcBef>
                <a:spcPct val="5000"/>
              </a:spcBef>
              <a:spcAft>
                <a:spcPct val="0"/>
              </a:spcAft>
              <a:buClr>
                <a:schemeClr val="tx2"/>
              </a:buClr>
              <a:buFont typeface="맑은 고딕"/>
              <a:buChar char="√"/>
              <a:defRPr sz="1400">
                <a:solidFill>
                  <a:srgbClr val="000000"/>
                </a:solidFill>
                <a:latin typeface="Corbel"/>
                <a:ea typeface="맑은 고딕"/>
              </a:defRPr>
            </a:lvl2pPr>
            <a:lvl3pPr marL="580307" indent="-168524" algn="l" defTabSz="597892" rtl="0" eaLnBrk="0" fontAlgn="base" hangingPunct="0">
              <a:lnSpc>
                <a:spcPct val="150000"/>
              </a:lnSpc>
              <a:spcBef>
                <a:spcPct val="8000"/>
              </a:spcBef>
              <a:spcAft>
                <a:spcPct val="0"/>
              </a:spcAft>
              <a:buClr>
                <a:schemeClr val="tx2"/>
              </a:buClr>
              <a:buFont typeface="Arial"/>
              <a:buChar char="•"/>
              <a:defRPr sz="1200">
                <a:solidFill>
                  <a:srgbClr val="000000"/>
                </a:solidFill>
                <a:latin typeface="Corbel"/>
                <a:ea typeface="맑은 고딕"/>
              </a:defRPr>
            </a:lvl3pPr>
            <a:lvl4pPr marL="748831" indent="-167058" algn="l" defTabSz="597892" rtl="0" eaLnBrk="0" fontAlgn="base" hangingPunct="0">
              <a:lnSpc>
                <a:spcPct val="150000"/>
              </a:lnSpc>
              <a:spcBef>
                <a:spcPct val="8000"/>
              </a:spcBef>
              <a:spcAft>
                <a:spcPct val="0"/>
              </a:spcAft>
              <a:buClr>
                <a:schemeClr val="tx2"/>
              </a:buClr>
              <a:buFont typeface="Arial"/>
              <a:buChar char="-"/>
              <a:defRPr sz="1200">
                <a:solidFill>
                  <a:srgbClr val="000000"/>
                </a:solidFill>
                <a:latin typeface="Corbel"/>
                <a:ea typeface="맑은 고딕"/>
              </a:defRPr>
            </a:lvl4pPr>
            <a:lvl5pPr marL="917354" indent="-167058" algn="l" defTabSz="597892" rtl="0" eaLnBrk="0" fontAlgn="base" hangingPunct="0">
              <a:lnSpc>
                <a:spcPct val="150000"/>
              </a:lnSpc>
              <a:spcBef>
                <a:spcPct val="8000"/>
              </a:spcBef>
              <a:spcAft>
                <a:spcPct val="0"/>
              </a:spcAft>
              <a:buClr>
                <a:srgbClr val="f37121"/>
              </a:buClr>
              <a:buFont typeface="Wingdings"/>
              <a:buChar char="§"/>
              <a:defRPr sz="1292">
                <a:solidFill>
                  <a:srgbClr val="000000"/>
                </a:solidFill>
                <a:latin typeface="맑은 고딕"/>
                <a:ea typeface="맑은 고딕"/>
              </a:defRPr>
            </a:lvl5pPr>
            <a:lvl6pPr marL="1339395"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6pPr>
            <a:lvl7pPr marL="1761436"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7pPr>
            <a:lvl8pPr marL="2183478"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8pPr>
            <a:lvl9pPr marL="2605519"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9pPr>
          </a:lstStyle>
          <a:p>
            <a:pPr>
              <a:lnSpc>
                <a:spcPct val="130000"/>
              </a:lnSpc>
              <a:spcBef>
                <a:spcPts val="600"/>
              </a:spcBef>
              <a:defRPr/>
            </a:pPr>
            <a:r>
              <a:rPr lang="ko-KR" altLang="en-US" sz="1800" kern="0">
                <a:solidFill>
                  <a:schemeClr val="accent1">
                    <a:lumMod val="75000"/>
                  </a:schemeClr>
                </a:solidFill>
              </a:rPr>
              <a:t>한계점 및 개선점</a:t>
            </a:r>
            <a:endParaRPr lang="ko-KR" altLang="en-US" sz="1800" kern="0">
              <a:solidFill>
                <a:schemeClr val="accent1">
                  <a:lumMod val="75000"/>
                </a:schemeClr>
              </a:solidFill>
            </a:endParaRPr>
          </a:p>
        </p:txBody>
      </p:sp>
      <p:sp>
        <p:nvSpPr>
          <p:cNvPr id="2" name="제목 1"/>
          <p:cNvSpPr>
            <a:spLocks noGrp="1"/>
          </p:cNvSpPr>
          <p:nvPr>
            <p:ph type="title" idx="0"/>
          </p:nvPr>
        </p:nvSpPr>
        <p:spPr/>
        <p:txBody>
          <a:bodyPr/>
          <a:lstStyle/>
          <a:p>
            <a:pPr lvl="0">
              <a:defRPr/>
            </a:pPr>
            <a:r>
              <a:rPr lang="ko-KR" altLang="en-US"/>
              <a:t>한계점</a:t>
            </a:r>
            <a:r>
              <a:rPr lang="en-US" altLang="ko-KR"/>
              <a:t> </a:t>
            </a:r>
            <a:r>
              <a:rPr lang="ko-KR" altLang="en-US"/>
              <a:t>및 토론 </a:t>
            </a:r>
            <a:r>
              <a:rPr lang="en-US" altLang="ko-KR"/>
              <a:t>(Limitations &amp; Discussions)</a:t>
            </a:r>
            <a:endParaRPr lang="ko-KR" altLang="en-US"/>
          </a:p>
        </p:txBody>
      </p:sp>
      <p:sp>
        <p:nvSpPr>
          <p:cNvPr id="8" name="Shape 8"/>
          <p:cNvSpPr/>
          <p:nvPr/>
        </p:nvSpPr>
        <p:spPr>
          <a:xfrm>
            <a:off x="274320" y="1563624"/>
            <a:ext cx="8595360" cy="1078992"/>
          </a:xfrm>
          <a:prstGeom prst="rect">
            <a:avLst/>
          </a:prstGeom>
          <a:solidFill>
            <a:srgbClr val="fafafa"/>
          </a:solidFill>
          <a:ln w="12700">
            <a:solidFill>
              <a:srgbClr val="a32d2d"/>
            </a:solidFill>
            <a:prstDash val="solid"/>
          </a:ln>
        </p:spPr>
        <p:txBody>
          <a:bodyPr anchor="ctr"/>
          <a:lstStyle/>
          <a:p>
            <a:pPr algn="ctr">
              <a:defRPr/>
            </a:pPr>
            <a:endParaRPr lang="ko-KR" altLang="en-US"/>
          </a:p>
        </p:txBody>
      </p:sp>
      <p:sp>
        <p:nvSpPr>
          <p:cNvPr id="9" name="Shape 9"/>
          <p:cNvSpPr/>
          <p:nvPr/>
        </p:nvSpPr>
        <p:spPr>
          <a:xfrm>
            <a:off x="274320" y="1563624"/>
            <a:ext cx="1005840" cy="347472"/>
          </a:xfrm>
          <a:prstGeom prst="rect">
            <a:avLst/>
          </a:prstGeom>
          <a:solidFill>
            <a:srgbClr val="a32d2d"/>
          </a:solidFill>
          <a:ln w="12700">
            <a:solidFill>
              <a:srgbClr val="a32d2d"/>
            </a:solidFill>
            <a:prstDash val="solid"/>
          </a:ln>
        </p:spPr>
        <p:txBody>
          <a:bodyPr anchor="ctr"/>
          <a:lstStyle/>
          <a:p>
            <a:pPr algn="ctr">
              <a:defRPr/>
            </a:pPr>
            <a:endParaRPr lang="ko-KR" altLang="en-US"/>
          </a:p>
        </p:txBody>
      </p:sp>
      <p:sp>
        <p:nvSpPr>
          <p:cNvPr id="10" name="Text 10"/>
          <p:cNvSpPr/>
          <p:nvPr/>
        </p:nvSpPr>
        <p:spPr>
          <a:xfrm>
            <a:off x="274320" y="1563624"/>
            <a:ext cx="1005840" cy="347472"/>
          </a:xfrm>
          <a:prstGeom prst="rect">
            <a:avLst/>
          </a:prstGeom>
          <a:noFill/>
          <a:ln/>
        </p:spPr>
        <p:txBody>
          <a:bodyPr wrap="square" anchor="ctr"/>
          <a:lstStyle/>
          <a:p>
            <a:pPr marL="0" indent="0" algn="ctr">
              <a:buNone/>
              <a:defRPr/>
            </a:pPr>
            <a:r>
              <a:rPr lang="en-US" sz="900" b="1">
                <a:solidFill>
                  <a:srgbClr val="ffffff"/>
                </a:solidFill>
                <a:latin typeface="맑은 고딕"/>
                <a:ea typeface="맑은 고딕"/>
                <a:cs typeface="맑은 고딕"/>
              </a:rPr>
              <a:t>한계 1</a:t>
            </a:r>
            <a:endParaRPr lang="en-US" sz="900"/>
          </a:p>
        </p:txBody>
      </p:sp>
      <p:sp>
        <p:nvSpPr>
          <p:cNvPr id="11" name="Text 11"/>
          <p:cNvSpPr/>
          <p:nvPr/>
        </p:nvSpPr>
        <p:spPr>
          <a:xfrm>
            <a:off x="1353312" y="1618488"/>
            <a:ext cx="7406640" cy="256032"/>
          </a:xfrm>
          <a:prstGeom prst="rect">
            <a:avLst/>
          </a:prstGeom>
          <a:noFill/>
          <a:ln/>
        </p:spPr>
        <p:txBody>
          <a:bodyPr wrap="square" anchor="ctr"/>
          <a:lstStyle/>
          <a:p>
            <a:pPr marL="0" indent="0" algn="l">
              <a:buNone/>
              <a:defRPr/>
            </a:pPr>
            <a:r>
              <a:rPr lang="en-US" sz="1050" b="1">
                <a:solidFill>
                  <a:srgbClr val="a32d2d"/>
                </a:solidFill>
                <a:latin typeface="맑은 고딕"/>
                <a:ea typeface="맑은 고딕"/>
                <a:cs typeface="맑은 고딕"/>
              </a:rPr>
              <a:t>합성 데이터의 실제 현장 대표성 한계</a:t>
            </a:r>
            <a:endParaRPr lang="en-US" sz="1050"/>
          </a:p>
        </p:txBody>
      </p:sp>
      <p:sp>
        <p:nvSpPr>
          <p:cNvPr id="12" name="Text 12"/>
          <p:cNvSpPr/>
          <p:nvPr/>
        </p:nvSpPr>
        <p:spPr>
          <a:xfrm>
            <a:off x="384048" y="1929384"/>
            <a:ext cx="8366760" cy="658368"/>
          </a:xfrm>
          <a:prstGeom prst="rect">
            <a:avLst/>
          </a:prstGeom>
          <a:noFill/>
          <a:ln/>
        </p:spPr>
        <p:txBody>
          <a:bodyPr wrap="square" anchor="ctr"/>
          <a:lstStyle/>
          <a:p>
            <a:pPr marL="0" indent="0" algn="l">
              <a:lnSpc>
                <a:spcPct val="140000"/>
              </a:lnSpc>
              <a:buNone/>
              <a:defRPr/>
            </a:pPr>
            <a:r>
              <a:rPr lang="en-US" sz="950">
                <a:solidFill>
                  <a:srgbClr val="595959"/>
                </a:solidFill>
                <a:latin typeface="맑은 고딕"/>
                <a:ea typeface="맑은 고딕"/>
                <a:cs typeface="맑은 고딕"/>
              </a:rPr>
              <a:t>본 연구에서 구성한 Triplet 평가셋은 합성 데이터로, 실제 반도체 제조 현장의 다양한 표기 방식(약어, 수치 혼재, 기업별 코드)을 완전히 반영하지 못한다. 향후 실제 공정 문서를 확보하여 평가셋의 현실성을 높일 필요가 있다.</a:t>
            </a:r>
            <a:endParaRPr lang="en-US" sz="950"/>
          </a:p>
        </p:txBody>
      </p:sp>
      <p:sp>
        <p:nvSpPr>
          <p:cNvPr id="13" name="Shape 13"/>
          <p:cNvSpPr/>
          <p:nvPr/>
        </p:nvSpPr>
        <p:spPr>
          <a:xfrm>
            <a:off x="274320" y="2734056"/>
            <a:ext cx="8595360" cy="1078992"/>
          </a:xfrm>
          <a:prstGeom prst="rect">
            <a:avLst/>
          </a:prstGeom>
          <a:solidFill>
            <a:srgbClr val="fafafa"/>
          </a:solidFill>
          <a:ln w="12700">
            <a:solidFill>
              <a:srgbClr val="ed7d31"/>
            </a:solidFill>
            <a:prstDash val="solid"/>
          </a:ln>
        </p:spPr>
        <p:txBody>
          <a:bodyPr anchor="ctr"/>
          <a:lstStyle/>
          <a:p>
            <a:pPr algn="ctr">
              <a:defRPr/>
            </a:pPr>
            <a:endParaRPr lang="ko-KR" altLang="en-US"/>
          </a:p>
        </p:txBody>
      </p:sp>
      <p:sp>
        <p:nvSpPr>
          <p:cNvPr id="14" name="Shape 14"/>
          <p:cNvSpPr/>
          <p:nvPr/>
        </p:nvSpPr>
        <p:spPr>
          <a:xfrm>
            <a:off x="274320" y="2734056"/>
            <a:ext cx="1005840" cy="347472"/>
          </a:xfrm>
          <a:prstGeom prst="rect">
            <a:avLst/>
          </a:prstGeom>
          <a:solidFill>
            <a:srgbClr val="ed7d31"/>
          </a:solidFill>
          <a:ln w="12700">
            <a:solidFill>
              <a:srgbClr val="ed7d31"/>
            </a:solidFill>
            <a:prstDash val="solid"/>
          </a:ln>
        </p:spPr>
        <p:txBody>
          <a:bodyPr anchor="ctr"/>
          <a:lstStyle/>
          <a:p>
            <a:pPr algn="ctr">
              <a:defRPr/>
            </a:pPr>
            <a:endParaRPr lang="ko-KR" altLang="en-US"/>
          </a:p>
        </p:txBody>
      </p:sp>
      <p:sp>
        <p:nvSpPr>
          <p:cNvPr id="15" name="Text 15"/>
          <p:cNvSpPr/>
          <p:nvPr/>
        </p:nvSpPr>
        <p:spPr>
          <a:xfrm>
            <a:off x="274320" y="2734056"/>
            <a:ext cx="1005840" cy="347472"/>
          </a:xfrm>
          <a:prstGeom prst="rect">
            <a:avLst/>
          </a:prstGeom>
          <a:noFill/>
          <a:ln/>
        </p:spPr>
        <p:txBody>
          <a:bodyPr wrap="square" anchor="ctr"/>
          <a:lstStyle/>
          <a:p>
            <a:pPr marL="0" indent="0" algn="ctr">
              <a:buNone/>
              <a:defRPr/>
            </a:pPr>
            <a:r>
              <a:rPr lang="en-US" sz="900" b="1">
                <a:solidFill>
                  <a:srgbClr val="ffffff"/>
                </a:solidFill>
                <a:latin typeface="맑은 고딕"/>
                <a:ea typeface="맑은 고딕"/>
                <a:cs typeface="맑은 고딕"/>
              </a:rPr>
              <a:t>한계 2</a:t>
            </a:r>
            <a:endParaRPr lang="en-US" sz="900"/>
          </a:p>
        </p:txBody>
      </p:sp>
      <p:sp>
        <p:nvSpPr>
          <p:cNvPr id="16" name="Text 16"/>
          <p:cNvSpPr/>
          <p:nvPr/>
        </p:nvSpPr>
        <p:spPr>
          <a:xfrm>
            <a:off x="1353312" y="2788920"/>
            <a:ext cx="7406640" cy="256032"/>
          </a:xfrm>
          <a:prstGeom prst="rect">
            <a:avLst/>
          </a:prstGeom>
          <a:noFill/>
          <a:ln/>
        </p:spPr>
        <p:txBody>
          <a:bodyPr wrap="square" anchor="ctr"/>
          <a:lstStyle/>
          <a:p>
            <a:pPr marL="0" indent="0" algn="l">
              <a:buNone/>
              <a:defRPr/>
            </a:pPr>
            <a:r>
              <a:rPr lang="en-US" sz="1050" b="1">
                <a:solidFill>
                  <a:srgbClr val="ed7d31"/>
                </a:solidFill>
                <a:latin typeface="맑은 고딕"/>
                <a:ea typeface="맑은 고딕"/>
                <a:cs typeface="맑은 고딕"/>
              </a:rPr>
              <a:t>웨이퍼 불량 계층 구조의 일반화 범위</a:t>
            </a:r>
            <a:endParaRPr lang="en-US" sz="1050"/>
          </a:p>
        </p:txBody>
      </p:sp>
      <p:sp>
        <p:nvSpPr>
          <p:cNvPr id="17" name="Text 17"/>
          <p:cNvSpPr/>
          <p:nvPr/>
        </p:nvSpPr>
        <p:spPr>
          <a:xfrm>
            <a:off x="384048" y="3099816"/>
            <a:ext cx="8366760" cy="658368"/>
          </a:xfrm>
          <a:prstGeom prst="rect">
            <a:avLst/>
          </a:prstGeom>
          <a:noFill/>
          <a:ln/>
        </p:spPr>
        <p:txBody>
          <a:bodyPr wrap="square" anchor="ctr"/>
          <a:lstStyle/>
          <a:p>
            <a:pPr marL="0" indent="0" algn="l">
              <a:lnSpc>
                <a:spcPct val="140000"/>
              </a:lnSpc>
              <a:buNone/>
              <a:defRPr/>
            </a:pPr>
            <a:r>
              <a:rPr lang="en-US" sz="950">
                <a:solidFill>
                  <a:srgbClr val="595959"/>
                </a:solidFill>
                <a:latin typeface="맑은 고딕"/>
                <a:ea typeface="맑은 고딕"/>
                <a:cs typeface="맑은 고딕"/>
              </a:rPr>
              <a:t>본 연구에서 정의한 계층 구조(Level 1~3)는 일반적 웨이퍼 불량 분류를 기반으로 하나, 기업마다 상이한 분류 체계를 가질 수 있다. 다양한 제조사의 분류 체계를 포괄하는 표준화된 계층 구조 연구가 추가로 필요하다.</a:t>
            </a:r>
            <a:endParaRPr lang="en-US" sz="950"/>
          </a:p>
        </p:txBody>
      </p:sp>
      <p:sp>
        <p:nvSpPr>
          <p:cNvPr id="20" name="Text 20"/>
          <p:cNvSpPr/>
          <p:nvPr/>
        </p:nvSpPr>
        <p:spPr>
          <a:xfrm>
            <a:off x="274320" y="3904488"/>
            <a:ext cx="1005840" cy="347472"/>
          </a:xfrm>
          <a:prstGeom prst="rect">
            <a:avLst/>
          </a:prstGeom>
          <a:noFill/>
          <a:ln/>
        </p:spPr>
        <p:txBody>
          <a:bodyPr wrap="square" anchor="ctr"/>
          <a:lstStyle/>
          <a:p>
            <a:pPr marL="0" indent="0" algn="ctr">
              <a:buNone/>
              <a:defRPr/>
            </a:pPr>
            <a:r>
              <a:rPr lang="en-US" sz="900" b="1">
                <a:solidFill>
                  <a:srgbClr val="ffffff"/>
                </a:solidFill>
                <a:latin typeface="맑은 고딕"/>
                <a:ea typeface="맑은 고딕"/>
                <a:cs typeface="맑은 고딕"/>
              </a:rPr>
              <a:t>한계 3</a:t>
            </a:r>
            <a:endParaRPr lang="en-US" sz="90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7" name="Rectangle 3"/>
          <p:cNvSpPr txBox="1">
            <a:spLocks noChangeArrowheads="1"/>
          </p:cNvSpPr>
          <p:nvPr/>
        </p:nvSpPr>
        <p:spPr>
          <a:xfrm>
            <a:off x="400012" y="1088974"/>
            <a:ext cx="4060579" cy="349301"/>
          </a:xfrm>
          <a:prstGeom prst="rect">
            <a:avLst/>
          </a:prstGeom>
          <a:noFill/>
          <a:ln>
            <a:noFill/>
          </a:ln>
          <a:effectLst/>
        </p:spPr>
        <p:txBody>
          <a:bodyPr vert="horz" wrap="square" lIns="0" tIns="0" rIns="0" bIns="0" anchor="t" anchorCtr="0">
            <a:prstTxWarp prst="textNoShape">
              <a:avLst/>
            </a:prstTxWarp>
            <a:spAutoFit/>
          </a:bodyPr>
          <a:lstStyle>
            <a:lvl1pPr marL="241795" indent="-241795" algn="l" defTabSz="597892" rtl="0" eaLnBrk="0" fontAlgn="base" hangingPunct="0">
              <a:lnSpc>
                <a:spcPct val="150000"/>
              </a:lnSpc>
              <a:spcBef>
                <a:spcPct val="115000"/>
              </a:spcBef>
              <a:spcAft>
                <a:spcPct val="0"/>
              </a:spcAft>
              <a:buClr>
                <a:schemeClr val="tx2"/>
              </a:buClr>
              <a:buFont typeface="Wingdings"/>
              <a:buChar char="n"/>
              <a:defRPr sz="1600" b="1">
                <a:solidFill>
                  <a:srgbClr val="000000"/>
                </a:solidFill>
                <a:latin typeface="Corbel"/>
                <a:ea typeface="맑은 고딕"/>
                <a:cs typeface="+mn-cs"/>
              </a:defRPr>
            </a:lvl1pPr>
            <a:lvl2pPr marL="410318" indent="-167058" algn="l" defTabSz="597892" rtl="0" eaLnBrk="0" fontAlgn="base" hangingPunct="0">
              <a:lnSpc>
                <a:spcPct val="150000"/>
              </a:lnSpc>
              <a:spcBef>
                <a:spcPct val="5000"/>
              </a:spcBef>
              <a:spcAft>
                <a:spcPct val="0"/>
              </a:spcAft>
              <a:buClr>
                <a:schemeClr val="tx2"/>
              </a:buClr>
              <a:buFont typeface="맑은 고딕"/>
              <a:buChar char="√"/>
              <a:defRPr sz="1400">
                <a:solidFill>
                  <a:srgbClr val="000000"/>
                </a:solidFill>
                <a:latin typeface="Corbel"/>
                <a:ea typeface="맑은 고딕"/>
              </a:defRPr>
            </a:lvl2pPr>
            <a:lvl3pPr marL="580307" indent="-168524" algn="l" defTabSz="597892" rtl="0" eaLnBrk="0" fontAlgn="base" hangingPunct="0">
              <a:lnSpc>
                <a:spcPct val="150000"/>
              </a:lnSpc>
              <a:spcBef>
                <a:spcPct val="8000"/>
              </a:spcBef>
              <a:spcAft>
                <a:spcPct val="0"/>
              </a:spcAft>
              <a:buClr>
                <a:schemeClr val="tx2"/>
              </a:buClr>
              <a:buFont typeface="Arial"/>
              <a:buChar char="•"/>
              <a:defRPr sz="1200">
                <a:solidFill>
                  <a:srgbClr val="000000"/>
                </a:solidFill>
                <a:latin typeface="Corbel"/>
                <a:ea typeface="맑은 고딕"/>
              </a:defRPr>
            </a:lvl3pPr>
            <a:lvl4pPr marL="748831" indent="-167058" algn="l" defTabSz="597892" rtl="0" eaLnBrk="0" fontAlgn="base" hangingPunct="0">
              <a:lnSpc>
                <a:spcPct val="150000"/>
              </a:lnSpc>
              <a:spcBef>
                <a:spcPct val="8000"/>
              </a:spcBef>
              <a:spcAft>
                <a:spcPct val="0"/>
              </a:spcAft>
              <a:buClr>
                <a:schemeClr val="tx2"/>
              </a:buClr>
              <a:buFont typeface="Arial"/>
              <a:buChar char="-"/>
              <a:defRPr sz="1200">
                <a:solidFill>
                  <a:srgbClr val="000000"/>
                </a:solidFill>
                <a:latin typeface="Corbel"/>
                <a:ea typeface="맑은 고딕"/>
              </a:defRPr>
            </a:lvl4pPr>
            <a:lvl5pPr marL="917354" indent="-167058" algn="l" defTabSz="597892" rtl="0" eaLnBrk="0" fontAlgn="base" hangingPunct="0">
              <a:lnSpc>
                <a:spcPct val="150000"/>
              </a:lnSpc>
              <a:spcBef>
                <a:spcPct val="8000"/>
              </a:spcBef>
              <a:spcAft>
                <a:spcPct val="0"/>
              </a:spcAft>
              <a:buClr>
                <a:srgbClr val="f37121"/>
              </a:buClr>
              <a:buFont typeface="Wingdings"/>
              <a:buChar char="§"/>
              <a:defRPr sz="1292">
                <a:solidFill>
                  <a:srgbClr val="000000"/>
                </a:solidFill>
                <a:latin typeface="맑은 고딕"/>
                <a:ea typeface="맑은 고딕"/>
              </a:defRPr>
            </a:lvl5pPr>
            <a:lvl6pPr marL="1339395"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6pPr>
            <a:lvl7pPr marL="1761436"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7pPr>
            <a:lvl8pPr marL="2183478"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8pPr>
            <a:lvl9pPr marL="2605519"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9pPr>
          </a:lstStyle>
          <a:p>
            <a:pPr>
              <a:lnSpc>
                <a:spcPct val="130000"/>
              </a:lnSpc>
              <a:spcBef>
                <a:spcPts val="600"/>
              </a:spcBef>
              <a:defRPr/>
            </a:pPr>
            <a:r>
              <a:rPr lang="ko-KR" altLang="en-US" sz="1800" kern="0">
                <a:solidFill>
                  <a:schemeClr val="accent1">
                    <a:lumMod val="75000"/>
                  </a:schemeClr>
                </a:solidFill>
              </a:rPr>
              <a:t>결론 및 기대효과</a:t>
            </a:r>
            <a:endParaRPr lang="ko-KR" altLang="en-US" sz="1800" kern="0">
              <a:solidFill>
                <a:schemeClr val="accent1">
                  <a:lumMod val="75000"/>
                </a:schemeClr>
              </a:solidFill>
            </a:endParaRPr>
          </a:p>
        </p:txBody>
      </p:sp>
      <p:sp>
        <p:nvSpPr>
          <p:cNvPr id="2" name="제목 1"/>
          <p:cNvSpPr>
            <a:spLocks noGrp="1"/>
          </p:cNvSpPr>
          <p:nvPr>
            <p:ph type="title" idx="0"/>
          </p:nvPr>
        </p:nvSpPr>
        <p:spPr/>
        <p:txBody>
          <a:bodyPr/>
          <a:lstStyle/>
          <a:p>
            <a:pPr lvl="0">
              <a:defRPr/>
            </a:pPr>
            <a:r>
              <a:rPr lang="ko-KR" altLang="en-US"/>
              <a:t>향후 연구 방향</a:t>
            </a:r>
            <a:endParaRPr lang="ko-KR" altLang="en-US"/>
          </a:p>
        </p:txBody>
      </p:sp>
      <p:sp>
        <p:nvSpPr>
          <p:cNvPr id="9" name=""/>
          <p:cNvSpPr txBox="1"/>
          <p:nvPr/>
        </p:nvSpPr>
        <p:spPr>
          <a:xfrm>
            <a:off x="431954" y="1622922"/>
            <a:ext cx="8100090" cy="636065"/>
          </a:xfrm>
          <a:prstGeom prst="rect">
            <a:avLst/>
          </a:prstGeom>
        </p:spPr>
        <p:txBody>
          <a:bodyPr wrap="square">
            <a:spAutoFit/>
          </a:bodyPr>
          <a:p>
            <a:pPr algn="l">
              <a:defRPr/>
            </a:pPr>
            <a:r>
              <a:rPr lang="ko-KR" altLang="en-US" sz="1200">
                <a:solidFill>
                  <a:schemeClr val="dk1"/>
                </a:solidFill>
              </a:rPr>
              <a:t>본 연구는 반도체 웨이퍼 불량 유형의 계층적 관계를 Loss 함수에 직접 반영한 Hierarchical Triplet Loss를 제안하였다. 기존 SBERT·SimCSE가 동일 카테고리 내 유사 불량 문서를 구별하지 못하는 문제를 해결하였으며, 최초로 구성한 웨이퍼 불량 한국어 Triplet 평가셋을 기준으로 4개 모델을 비교하여 제안 모델의 우수성을 실증하였다.</a:t>
            </a:r>
            <a:endParaRPr lang="ko-KR" altLang="en-US" sz="1200">
              <a:solidFill>
                <a:schemeClr val="dk1"/>
              </a:solidFill>
            </a:endParaRPr>
          </a:p>
        </p:txBody>
      </p:sp>
      <p:sp>
        <p:nvSpPr>
          <p:cNvPr id="14" name="Text 16"/>
          <p:cNvSpPr/>
          <p:nvPr/>
        </p:nvSpPr>
        <p:spPr>
          <a:xfrm>
            <a:off x="512064" y="2843784"/>
            <a:ext cx="8119872" cy="585216"/>
          </a:xfrm>
          <a:prstGeom prst="rect">
            <a:avLst/>
          </a:prstGeom>
          <a:noFill/>
          <a:ln/>
        </p:spPr>
        <p:txBody>
          <a:bodyPr wrap="square" anchor="ctr"/>
          <a:lstStyle/>
          <a:p>
            <a:pPr marL="0" indent="0" algn="l">
              <a:buNone/>
              <a:defRPr/>
            </a:pPr>
            <a:r>
              <a:rPr lang="en-US" altLang="ko-KR" sz="1200">
                <a:solidFill>
                  <a:srgbClr val="595959"/>
                </a:solidFill>
                <a:latin typeface="맑은 고딕"/>
                <a:ea typeface="맑은 고딕"/>
                <a:cs typeface="맑은 고딕"/>
              </a:rPr>
              <a:t>1) </a:t>
            </a:r>
            <a:r>
              <a:rPr lang="en-US" sz="1200">
                <a:solidFill>
                  <a:srgbClr val="595959"/>
                </a:solidFill>
                <a:latin typeface="맑은 고딕"/>
                <a:ea typeface="맑은 고딕"/>
                <a:cs typeface="맑은 고딕"/>
              </a:rPr>
              <a:t>웨이퍼 불량 유사 사례 정밀 검색으로 올바른 해결책 신속 적용 → 수율 향상 및 품질 비용 절감</a:t>
            </a:r>
            <a:endParaRPr lang="en-US" sz="1200">
              <a:solidFill>
                <a:srgbClr val="595959"/>
              </a:solidFill>
              <a:latin typeface="맑은 고딕"/>
              <a:ea typeface="맑은 고딕"/>
              <a:cs typeface="맑은 고딕"/>
            </a:endParaRPr>
          </a:p>
          <a:p>
            <a:pPr marL="0" indent="0" algn="l">
              <a:buNone/>
              <a:defRPr/>
            </a:pPr>
            <a:r>
              <a:rPr lang="en-US" altLang="ko-KR" sz="1200">
                <a:solidFill>
                  <a:srgbClr val="595959"/>
                </a:solidFill>
                <a:latin typeface="맑은 고딕"/>
                <a:ea typeface="맑은 고딕"/>
                <a:cs typeface="맑은 고딕"/>
              </a:rPr>
              <a:t>2) </a:t>
            </a:r>
            <a:r>
              <a:rPr lang="en-US" sz="1200">
                <a:solidFill>
                  <a:srgbClr val="595959"/>
                </a:solidFill>
                <a:latin typeface="맑은 고딕"/>
                <a:ea typeface="맑은 고딕"/>
                <a:cs typeface="맑은 고딕"/>
              </a:rPr>
              <a:t>한국어 웨이퍼 도메인 특화 벤치마크 평가셋 제공 → 후속 연구의 비교 평가 기준 마련</a:t>
            </a:r>
            <a:endParaRPr lang="en-US" sz="1200">
              <a:solidFill>
                <a:srgbClr val="595959"/>
              </a:solidFill>
              <a:latin typeface="맑은 고딕"/>
              <a:ea typeface="맑은 고딕"/>
              <a:cs typeface="맑은 고딕"/>
            </a:endParaRPr>
          </a:p>
          <a:p>
            <a:pPr marL="0" indent="0" algn="l">
              <a:buNone/>
              <a:defRPr/>
            </a:pPr>
            <a:r>
              <a:rPr lang="en-US" altLang="ko-KR" sz="1200">
                <a:solidFill>
                  <a:srgbClr val="595959"/>
                </a:solidFill>
                <a:latin typeface="맑은 고딕"/>
                <a:ea typeface="맑은 고딕"/>
                <a:cs typeface="맑은 고딕"/>
              </a:rPr>
              <a:t>3) </a:t>
            </a:r>
            <a:r>
              <a:rPr lang="en-US" sz="1200">
                <a:solidFill>
                  <a:srgbClr val="595959"/>
                </a:solidFill>
                <a:latin typeface="맑은 고딕"/>
                <a:ea typeface="맑은 고딕"/>
                <a:cs typeface="맑은 고딕"/>
              </a:rPr>
              <a:t>계층 구조 기반 파인튜닝 프레임워크 → 타 제조 도메인(PCB, 디스플레이 등)으로 확장 가능</a:t>
            </a:r>
            <a:endParaRPr lang="en-US" sz="1200">
              <a:solidFill>
                <a:srgbClr val="595959"/>
              </a:solidFill>
              <a:latin typeface="맑은 고딕"/>
              <a:ea typeface="맑은 고딕"/>
              <a:cs typeface="맑은 고딕"/>
            </a:endParaRPr>
          </a:p>
        </p:txBody>
      </p:sp>
      <p:sp>
        <p:nvSpPr>
          <p:cNvPr id="17" name="Text 19"/>
          <p:cNvSpPr/>
          <p:nvPr/>
        </p:nvSpPr>
        <p:spPr>
          <a:xfrm>
            <a:off x="658368" y="3282696"/>
            <a:ext cx="8119872" cy="292608"/>
          </a:xfrm>
          <a:prstGeom prst="rect">
            <a:avLst/>
          </a:prstGeom>
          <a:noFill/>
          <a:ln/>
        </p:spPr>
        <p:txBody>
          <a:bodyPr wrap="square" anchor="ctr"/>
          <a:lstStyle/>
          <a:p>
            <a:pPr marL="0" indent="0" algn="l">
              <a:buNone/>
              <a:defRPr/>
            </a:pPr>
            <a:endParaRPr lang="en-US" sz="1200"/>
          </a:p>
        </p:txBody>
      </p:sp>
      <p:sp>
        <p:nvSpPr>
          <p:cNvPr id="22" name="Text 24"/>
          <p:cNvSpPr/>
          <p:nvPr/>
        </p:nvSpPr>
        <p:spPr>
          <a:xfrm>
            <a:off x="274320" y="4061375"/>
            <a:ext cx="8595360" cy="717640"/>
          </a:xfrm>
          <a:prstGeom prst="rect">
            <a:avLst/>
          </a:prstGeom>
          <a:noFill/>
          <a:ln/>
        </p:spPr>
        <p:txBody>
          <a:bodyPr wrap="square" anchor="ctr"/>
          <a:lstStyle/>
          <a:p>
            <a:pPr marL="0" indent="0" algn="l">
              <a:buNone/>
              <a:defRPr/>
            </a:pPr>
            <a:r>
              <a:rPr lang="en-US" sz="1200">
                <a:solidFill>
                  <a:srgbClr val="595959"/>
                </a:solidFill>
                <a:latin typeface="맑은 고딕"/>
                <a:ea typeface="맑은 고딕"/>
                <a:cs typeface="맑은 고딕"/>
              </a:rPr>
              <a:t>본 연구에서 구성한 평가셋은 합성 데이터로 이루어져 있어 실제 현장의 다양한 표기 방식을 완전히 반영하지 못한다는 한계가 있다. 향후 실제 반도체 제조 현장의 불량 보고서를 확보하여 평가셋의 현실성을 높이고 모델의 실용적 검증을 강화할 계획이다.</a:t>
            </a:r>
            <a:endParaRPr lang="en-US" sz="1200">
              <a:solidFill>
                <a:srgbClr val="595959"/>
              </a:solidFill>
              <a:latin typeface="맑은 고딕"/>
              <a:ea typeface="맑은 고딕"/>
              <a:cs typeface="맑은 고딕"/>
            </a:endParaRPr>
          </a:p>
        </p:txBody>
      </p:sp>
      <p:sp>
        <p:nvSpPr>
          <p:cNvPr id="24" name="Text 7"/>
          <p:cNvSpPr/>
          <p:nvPr/>
        </p:nvSpPr>
        <p:spPr>
          <a:xfrm>
            <a:off x="274320" y="2388952"/>
            <a:ext cx="8595360" cy="320040"/>
          </a:xfrm>
          <a:prstGeom prst="rect">
            <a:avLst/>
          </a:prstGeom>
          <a:noFill/>
          <a:ln/>
        </p:spPr>
        <p:txBody>
          <a:bodyPr wrap="square" anchor="ctr"/>
          <a:lstStyle/>
          <a:p>
            <a:pPr marL="0" indent="0" algn="l">
              <a:buNone/>
              <a:defRPr/>
            </a:pPr>
            <a:r>
              <a:rPr lang="en-US" sz="1400" b="1">
                <a:solidFill>
                  <a:srgbClr val="1b3a6b"/>
                </a:solidFill>
                <a:latin typeface="맑은 고딕"/>
                <a:ea typeface="맑은 고딕"/>
                <a:cs typeface="맑은 고딕"/>
              </a:rPr>
              <a:t>■ </a:t>
            </a:r>
            <a:r>
              <a:rPr lang="ko-KR" altLang="en-US" b="1">
                <a:solidFill>
                  <a:srgbClr val="3057b9"/>
                </a:solidFill>
                <a:latin typeface="맑은 고딕"/>
                <a:ea typeface="맑은 고딕"/>
                <a:cs typeface="맑은 고딕"/>
              </a:rPr>
              <a:t>기대효과</a:t>
            </a:r>
            <a:endParaRPr lang="ko-KR" altLang="en-US" b="1">
              <a:solidFill>
                <a:srgbClr val="3057b9"/>
              </a:solidFill>
              <a:latin typeface="맑은 고딕"/>
              <a:ea typeface="맑은 고딕"/>
              <a:cs typeface="맑은 고딕"/>
            </a:endParaRPr>
          </a:p>
        </p:txBody>
      </p:sp>
      <p:sp>
        <p:nvSpPr>
          <p:cNvPr id="25" name="Text 7"/>
          <p:cNvSpPr/>
          <p:nvPr/>
        </p:nvSpPr>
        <p:spPr>
          <a:xfrm>
            <a:off x="274320" y="3738967"/>
            <a:ext cx="8595360" cy="320040"/>
          </a:xfrm>
          <a:prstGeom prst="rect">
            <a:avLst/>
          </a:prstGeom>
          <a:noFill/>
          <a:ln/>
        </p:spPr>
        <p:txBody>
          <a:bodyPr wrap="square" anchor="ctr"/>
          <a:lstStyle/>
          <a:p>
            <a:pPr marL="0" indent="0" algn="l">
              <a:buNone/>
              <a:defRPr/>
            </a:pPr>
            <a:r>
              <a:rPr lang="en-US" sz="1400" b="1">
                <a:solidFill>
                  <a:srgbClr val="1b3a6b"/>
                </a:solidFill>
                <a:latin typeface="맑은 고딕"/>
                <a:ea typeface="맑은 고딕"/>
                <a:cs typeface="맑은 고딕"/>
              </a:rPr>
              <a:t>■ </a:t>
            </a:r>
            <a:r>
              <a:rPr lang="ko-KR" altLang="en-US" b="1">
                <a:solidFill>
                  <a:srgbClr val="3057b9"/>
                </a:solidFill>
                <a:latin typeface="맑은 고딕"/>
                <a:ea typeface="맑은 고딕"/>
                <a:cs typeface="맑은 고딕"/>
              </a:rPr>
              <a:t>형후 연구 방향</a:t>
            </a:r>
            <a:endParaRPr lang="ko-KR" altLang="en-US" b="1">
              <a:solidFill>
                <a:srgbClr val="3057b9"/>
              </a:solidFill>
              <a:latin typeface="맑은 고딕"/>
              <a:ea typeface="맑은 고딕"/>
              <a:cs typeface="맑은 고딕"/>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lvl="0">
              <a:defRPr/>
            </a:pPr>
            <a:r>
              <a:rPr lang="ko-KR" altLang="en-US"/>
              <a:t>참고</a:t>
            </a:r>
            <a:r>
              <a:rPr lang="en-US" altLang="ko-KR"/>
              <a:t> </a:t>
            </a:r>
            <a:r>
              <a:rPr lang="ko-KR" altLang="en-US"/>
              <a:t>문헌</a:t>
            </a:r>
            <a:endParaRPr lang="ko-KR" altLang="en-US"/>
          </a:p>
        </p:txBody>
      </p:sp>
      <p:sp>
        <p:nvSpPr>
          <p:cNvPr id="3" name="Rectangle 3"/>
          <p:cNvSpPr txBox="1">
            <a:spLocks noChangeArrowheads="1"/>
          </p:cNvSpPr>
          <p:nvPr/>
        </p:nvSpPr>
        <p:spPr>
          <a:xfrm>
            <a:off x="400013" y="1088974"/>
            <a:ext cx="8312034" cy="2054276"/>
          </a:xfrm>
          <a:prstGeom prst="rect">
            <a:avLst/>
          </a:prstGeom>
          <a:noFill/>
          <a:ln>
            <a:noFill/>
          </a:ln>
          <a:effectLst/>
        </p:spPr>
        <p:txBody>
          <a:bodyPr vert="horz" wrap="square" lIns="0" tIns="0" rIns="0" bIns="0" anchor="t" anchorCtr="0">
            <a:prstTxWarp prst="textNoShape">
              <a:avLst/>
            </a:prstTxWarp>
            <a:spAutoFit/>
          </a:bodyPr>
          <a:lstStyle>
            <a:lvl1pPr marL="241795" indent="-241795" algn="l" defTabSz="597892" rtl="0" eaLnBrk="0" fontAlgn="base" hangingPunct="0">
              <a:lnSpc>
                <a:spcPct val="150000"/>
              </a:lnSpc>
              <a:spcBef>
                <a:spcPct val="115000"/>
              </a:spcBef>
              <a:spcAft>
                <a:spcPct val="0"/>
              </a:spcAft>
              <a:buClr>
                <a:schemeClr val="tx2"/>
              </a:buClr>
              <a:buFont typeface="Wingdings"/>
              <a:buChar char="n"/>
              <a:defRPr sz="1600" b="1">
                <a:solidFill>
                  <a:srgbClr val="000000"/>
                </a:solidFill>
                <a:latin typeface="Corbel"/>
                <a:ea typeface="맑은 고딕"/>
                <a:cs typeface="+mn-cs"/>
              </a:defRPr>
            </a:lvl1pPr>
            <a:lvl2pPr marL="410318" indent="-167058" algn="l" defTabSz="597892" rtl="0" eaLnBrk="0" fontAlgn="base" hangingPunct="0">
              <a:lnSpc>
                <a:spcPct val="150000"/>
              </a:lnSpc>
              <a:spcBef>
                <a:spcPct val="5000"/>
              </a:spcBef>
              <a:spcAft>
                <a:spcPct val="0"/>
              </a:spcAft>
              <a:buClr>
                <a:schemeClr val="tx2"/>
              </a:buClr>
              <a:buFont typeface="맑은 고딕"/>
              <a:buChar char="√"/>
              <a:defRPr sz="1400">
                <a:solidFill>
                  <a:srgbClr val="000000"/>
                </a:solidFill>
                <a:latin typeface="Corbel"/>
                <a:ea typeface="맑은 고딕"/>
              </a:defRPr>
            </a:lvl2pPr>
            <a:lvl3pPr marL="580307" indent="-168524" algn="l" defTabSz="597892" rtl="0" eaLnBrk="0" fontAlgn="base" hangingPunct="0">
              <a:lnSpc>
                <a:spcPct val="150000"/>
              </a:lnSpc>
              <a:spcBef>
                <a:spcPct val="8000"/>
              </a:spcBef>
              <a:spcAft>
                <a:spcPct val="0"/>
              </a:spcAft>
              <a:buClr>
                <a:schemeClr val="tx2"/>
              </a:buClr>
              <a:buFont typeface="Arial"/>
              <a:buChar char="•"/>
              <a:defRPr sz="1200">
                <a:solidFill>
                  <a:srgbClr val="000000"/>
                </a:solidFill>
                <a:latin typeface="Corbel"/>
                <a:ea typeface="맑은 고딕"/>
              </a:defRPr>
            </a:lvl3pPr>
            <a:lvl4pPr marL="748831" indent="-167058" algn="l" defTabSz="597892" rtl="0" eaLnBrk="0" fontAlgn="base" hangingPunct="0">
              <a:lnSpc>
                <a:spcPct val="150000"/>
              </a:lnSpc>
              <a:spcBef>
                <a:spcPct val="8000"/>
              </a:spcBef>
              <a:spcAft>
                <a:spcPct val="0"/>
              </a:spcAft>
              <a:buClr>
                <a:schemeClr val="tx2"/>
              </a:buClr>
              <a:buFont typeface="Arial"/>
              <a:buChar char="-"/>
              <a:defRPr sz="1200">
                <a:solidFill>
                  <a:srgbClr val="000000"/>
                </a:solidFill>
                <a:latin typeface="Corbel"/>
                <a:ea typeface="맑은 고딕"/>
              </a:defRPr>
            </a:lvl4pPr>
            <a:lvl5pPr marL="917354" indent="-167058" algn="l" defTabSz="597892" rtl="0" eaLnBrk="0" fontAlgn="base" hangingPunct="0">
              <a:lnSpc>
                <a:spcPct val="150000"/>
              </a:lnSpc>
              <a:spcBef>
                <a:spcPct val="8000"/>
              </a:spcBef>
              <a:spcAft>
                <a:spcPct val="0"/>
              </a:spcAft>
              <a:buClr>
                <a:srgbClr val="f37121"/>
              </a:buClr>
              <a:buFont typeface="Wingdings"/>
              <a:buChar char="§"/>
              <a:defRPr sz="1292">
                <a:solidFill>
                  <a:srgbClr val="000000"/>
                </a:solidFill>
                <a:latin typeface="맑은 고딕"/>
                <a:ea typeface="맑은 고딕"/>
              </a:defRPr>
            </a:lvl5pPr>
            <a:lvl6pPr marL="1339395"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6pPr>
            <a:lvl7pPr marL="1761436"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7pPr>
            <a:lvl8pPr marL="2183478"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8pPr>
            <a:lvl9pPr marL="2605519" indent="-167058" algn="l" defTabSz="597892" rtl="0" fontAlgn="base">
              <a:lnSpc>
                <a:spcPct val="108000"/>
              </a:lnSpc>
              <a:spcBef>
                <a:spcPct val="8000"/>
              </a:spcBef>
              <a:spcAft>
                <a:spcPct val="0"/>
              </a:spcAft>
              <a:buClr>
                <a:srgbClr val="f37121"/>
              </a:buClr>
              <a:buFont typeface="Wingdings"/>
              <a:buChar char="§"/>
              <a:defRPr sz="1292">
                <a:solidFill>
                  <a:srgbClr val="000000"/>
                </a:solidFill>
                <a:latin typeface="+mn-lt"/>
              </a:defRPr>
            </a:lvl9pPr>
          </a:lstStyle>
          <a:p>
            <a:pPr marL="304800" indent="-304800">
              <a:lnSpc>
                <a:spcPct val="130000"/>
              </a:lnSpc>
              <a:spcBef>
                <a:spcPts val="600"/>
              </a:spcBef>
              <a:buNone/>
              <a:defRPr/>
            </a:pPr>
            <a:r>
              <a:rPr lang="en-US" altLang="ko-KR" b="0" i="0">
                <a:solidFill>
                  <a:srgbClr val="222222"/>
                </a:solidFill>
                <a:effectLst/>
                <a:latin typeface="Arial"/>
              </a:rPr>
              <a:t>[1] Reimers, N. &amp; Gurevych, I. (2019). Sentence-BERT: Sentence Embeddings using Siamese BERT-Networks. EMNLP 2019. arXiv:1908.10084</a:t>
            </a:r>
            <a:endParaRPr lang="en-US" altLang="ko-KR" b="0" i="0">
              <a:solidFill>
                <a:srgbClr val="222222"/>
              </a:solidFill>
              <a:effectLst/>
              <a:latin typeface="Arial"/>
            </a:endParaRPr>
          </a:p>
          <a:p>
            <a:pPr marL="304800" indent="-304800">
              <a:lnSpc>
                <a:spcPct val="130000"/>
              </a:lnSpc>
              <a:spcBef>
                <a:spcPts val="600"/>
              </a:spcBef>
              <a:buNone/>
              <a:defRPr/>
            </a:pPr>
            <a:r>
              <a:rPr lang="en-US" altLang="ko-KR" b="0" i="0">
                <a:solidFill>
                  <a:srgbClr val="222222"/>
                </a:solidFill>
                <a:effectLst/>
                <a:latin typeface="Arial"/>
              </a:rPr>
              <a:t>[2] Müller, T. et al. (2023). Adapting Sentence Transformers for the Aviation Domain. arXiv:2305.09556</a:t>
            </a:r>
            <a:endParaRPr lang="en-US" altLang="ko-KR" b="0" i="0">
              <a:solidFill>
                <a:srgbClr val="222222"/>
              </a:solidFill>
              <a:effectLst/>
              <a:latin typeface="Arial"/>
            </a:endParaRPr>
          </a:p>
          <a:p>
            <a:pPr marL="304800" indent="-304800">
              <a:lnSpc>
                <a:spcPct val="130000"/>
              </a:lnSpc>
              <a:spcBef>
                <a:spcPts val="600"/>
              </a:spcBef>
              <a:buNone/>
              <a:defRPr/>
            </a:pPr>
            <a:r>
              <a:rPr lang="en-US" altLang="ko-KR" b="0" i="0">
                <a:solidFill>
                  <a:srgbClr val="222222"/>
                </a:solidFill>
                <a:effectLst/>
                <a:latin typeface="Arial"/>
              </a:rPr>
              <a:t>[3] Cañas-García, F. et al. (2024). An advanced retrieval-augmented generation system for manufacturing quality control. Advanced Engineering Informatics, 63, 102861</a:t>
            </a:r>
            <a:endParaRPr lang="en-US" altLang="ko-KR" b="0" i="0">
              <a:solidFill>
                <a:srgbClr val="222222"/>
              </a:solidFill>
              <a:effectLst/>
              <a:latin typeface="Arial"/>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id="{9951C254-D3FE-4F55-B884-40C49A86022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29934" b="31683"/>
          <a:stretch/>
        </p:blipFill>
        <p:spPr>
          <a:xfrm>
            <a:off x="7452032" y="6399033"/>
            <a:ext cx="1444806" cy="267360"/>
          </a:xfrm>
          <a:prstGeom prst="rect">
            <a:avLst/>
          </a:prstGeom>
        </p:spPr>
      </p:pic>
      <p:sp>
        <p:nvSpPr>
          <p:cNvPr id="9" name="TextBox 8">
            <a:extLst>
              <a:ext uri="{FF2B5EF4-FFF2-40B4-BE49-F238E27FC236}">
                <a16:creationId xmlns:a16="http://schemas.microsoft.com/office/drawing/2014/main" id="{CA742296-B25A-27A7-7E69-7939DB0BA19F}"/>
              </a:ext>
            </a:extLst>
          </p:cNvPr>
          <p:cNvSpPr txBox="1"/>
          <p:nvPr/>
        </p:nvSpPr>
        <p:spPr>
          <a:xfrm>
            <a:off x="1016960" y="2078985"/>
            <a:ext cx="7110079" cy="2133854"/>
          </a:xfrm>
          <a:prstGeom prst="rect">
            <a:avLst/>
          </a:prstGeom>
          <a:noFill/>
        </p:spPr>
        <p:txBody>
          <a:bodyPr wrap="square">
            <a:spAutoFit/>
          </a:bodyPr>
          <a:lstStyle/>
          <a:p>
            <a:pPr marL="38100" marR="0" indent="0" algn="ctr" fontAlgn="base" latinLnBrk="1">
              <a:lnSpc>
                <a:spcPct val="130000"/>
              </a:lnSpc>
              <a:spcBef>
                <a:spcPts val="0"/>
              </a:spcBef>
              <a:spcAft>
                <a:spcPts val="0"/>
              </a:spcAft>
            </a:pPr>
            <a:r>
              <a:rPr lang="ko-KR" altLang="en-US" sz="5400" b="1">
                <a:solidFill>
                  <a:srgbClr val="002060"/>
                </a:solidFill>
                <a:latin typeface="맑은 고딕" panose="020B0503020000020004" pitchFamily="50" charset="-127"/>
                <a:ea typeface="맑은 고딕" panose="020B0503020000020004" pitchFamily="50" charset="-127"/>
                <a:cs typeface="+mj-cs"/>
              </a:rPr>
              <a:t>감사합니다</a:t>
            </a:r>
            <a:endParaRPr lang="en-US" altLang="ko-KR" sz="5400" b="1">
              <a:solidFill>
                <a:srgbClr val="002060"/>
              </a:solidFill>
              <a:latin typeface="맑은 고딕" panose="020B0503020000020004" pitchFamily="50" charset="-127"/>
              <a:ea typeface="맑은 고딕" panose="020B0503020000020004" pitchFamily="50" charset="-127"/>
              <a:cs typeface="+mj-cs"/>
            </a:endParaRPr>
          </a:p>
          <a:p>
            <a:pPr marL="38100" marR="0" indent="0" algn="ctr" fontAlgn="base" latinLnBrk="1">
              <a:lnSpc>
                <a:spcPct val="130000"/>
              </a:lnSpc>
              <a:spcBef>
                <a:spcPts val="0"/>
              </a:spcBef>
              <a:spcAft>
                <a:spcPts val="0"/>
              </a:spcAft>
            </a:pPr>
            <a:r>
              <a:rPr lang="en-US" altLang="ko-KR" sz="5400" b="1">
                <a:solidFill>
                  <a:srgbClr val="002060"/>
                </a:solidFill>
                <a:latin typeface="맑은 고딕" panose="020B0503020000020004" pitchFamily="50" charset="-127"/>
                <a:ea typeface="맑은 고딕" panose="020B0503020000020004" pitchFamily="50" charset="-127"/>
                <a:cs typeface="+mj-cs"/>
              </a:rPr>
              <a:t>Q&amp;A</a:t>
            </a:r>
            <a:endParaRPr lang="ko-KR" altLang="en-US" sz="5400" b="1" dirty="0">
              <a:solidFill>
                <a:srgbClr val="002060"/>
              </a:solidFill>
              <a:latin typeface="맑은 고딕" panose="020B0503020000020004" pitchFamily="50" charset="-127"/>
              <a:ea typeface="맑은 고딕" panose="020B0503020000020004" pitchFamily="50" charset="-127"/>
              <a:cs typeface="+mj-cs"/>
            </a:endParaRPr>
          </a:p>
        </p:txBody>
      </p:sp>
    </p:spTree>
    <p:extLst>
      <p:ext uri="{BB962C8B-B14F-4D97-AF65-F5344CB8AC3E}">
        <p14:creationId xmlns:p14="http://schemas.microsoft.com/office/powerpoint/2010/main" val="2093233912"/>
      </p:ext>
    </p:extLst>
  </p:cSld>
  <p:clrMapOvr>
    <a:masterClrMapping/>
  </p:clrMapOvr>
  <p:transition/>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1_Default Design">
  <a:themeElements>
    <a:clrScheme name="파랑">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2">
      <a:majorFont>
        <a:latin typeface="Calibri"/>
        <a:ea typeface=""/>
        <a:cs typeface=""/>
        <a:font script="Jpan" typeface="HGｺﾞｼｯｸM"/>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cap="flat" cmpd="sng" algn="ctr">
          <a:solidFill>
            <a:schemeClr val="tx1"/>
          </a:solidFill>
          <a:prstDash val="solid"/>
          <a:round/>
          <a:headEnd w="med" len="med"/>
          <a:tailEnd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FontTx/>
          <a:buNone/>
          <a:defRPr kumimoji="0" lang="en-US" sz="1800" b="0" i="0" u="none" strike="noStrike" cap="none" normalizeH="0" baseline="0" smtClean="0">
            <a:solidFill>
              <a:srgbClr val="00c0c0"/>
            </a:solidFill>
            <a:effectLst/>
            <a:latin typeface="Arial"/>
          </a:defRPr>
        </a:defPPr>
      </a:lstStyle>
    </a:spDef>
    <a:lnDef>
      <a:spPr>
        <a:solidFill>
          <a:schemeClr val="accent1"/>
        </a:solidFill>
        <a:ln w="9525" cap="flat" cmpd="sng" algn="ctr">
          <a:solidFill>
            <a:schemeClr val="tx1"/>
          </a:solidFill>
          <a:prstDash val="solid"/>
          <a:round/>
          <a:headEnd w="med" len="med"/>
          <a:tailEnd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FontTx/>
          <a:buNone/>
          <a:defRPr kumimoji="0" lang="en-US" sz="1800" b="0" i="0" u="none" strike="noStrike" cap="none" normalizeH="0" baseline="0" smtClean="0">
            <a:solidFill>
              <a:srgbClr val="00c0c0"/>
            </a:solidFill>
            <a:effectLst/>
            <a:latin typeface="Arial"/>
          </a:defRPr>
        </a:defPPr>
      </a:lstStyle>
    </a:lnDef>
    <a:txDef>
      <a:spPr/>
      <a:bodyPr/>
      <a:lstStyle/>
    </a:txDef>
  </a:objectDefaul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2_Default Design">
  <a:themeElements>
    <a:clrScheme name="파랑">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2">
      <a:majorFont>
        <a:latin typeface="Calibri"/>
        <a:ea typeface=""/>
        <a:cs typeface=""/>
        <a:font script="Jpan" typeface="HGｺﾞｼｯｸM"/>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cap="flat" cmpd="sng" algn="ctr">
          <a:solidFill>
            <a:schemeClr val="tx1"/>
          </a:solidFill>
          <a:prstDash val="solid"/>
          <a:round/>
          <a:headEnd w="med" len="med"/>
          <a:tailEnd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FontTx/>
          <a:buNone/>
          <a:defRPr kumimoji="0" lang="en-US" sz="1800" b="0" i="0" u="none" strike="noStrike" cap="none" normalizeH="0" baseline="0" smtClean="0">
            <a:solidFill>
              <a:srgbClr val="00c0c0"/>
            </a:solidFill>
            <a:effectLst/>
            <a:latin typeface="Arial"/>
          </a:defRPr>
        </a:defPPr>
      </a:lstStyle>
    </a:spDef>
    <a:lnDef>
      <a:spPr>
        <a:solidFill>
          <a:schemeClr val="accent1"/>
        </a:solidFill>
        <a:ln w="9525" cap="flat" cmpd="sng" algn="ctr">
          <a:solidFill>
            <a:schemeClr val="tx1"/>
          </a:solidFill>
          <a:prstDash val="solid"/>
          <a:round/>
          <a:headEnd w="med" len="med"/>
          <a:tailEnd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FontTx/>
          <a:buNone/>
          <a:defRPr kumimoji="0" lang="en-US" sz="1800" b="0" i="0" u="none" strike="noStrike" cap="none" normalizeH="0" baseline="0" smtClean="0">
            <a:solidFill>
              <a:srgbClr val="00c0c0"/>
            </a:solidFill>
            <a:effectLst/>
            <a:latin typeface="Arial"/>
          </a:defRPr>
        </a:defPPr>
      </a:lstStyle>
    </a:lnDef>
    <a:txDef>
      <a:spPr/>
      <a:bodyPr/>
      <a:lstStyle/>
    </a:txDef>
  </a:objectDefaults>
</a:theme>
</file>

<file path=ppt/theme/theme3.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MS PGothic"/>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MS PGothic"/>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
  <ep:Words>1837</ep:Words>
  <ep:PresentationFormat>화면 슬라이드 쇼(4:3)</ep:PresentationFormat>
  <ep:Paragraphs>221</ep:Paragraphs>
  <ep:Slides>18</ep:Slides>
  <ep:Notes>16</ep:Notes>
  <ep:TotalTime>0</ep:TotalTime>
  <ep:HiddenSlides>0</ep:HiddenSlides>
  <ep:MMClips>0</ep:MMClips>
  <ep:HeadingPairs>
    <vt:vector size="4" baseType="variant">
      <vt:variant>
        <vt:lpstr>테마</vt:lpstr>
      </vt:variant>
      <vt:variant>
        <vt:i4>2</vt:i4>
      </vt:variant>
      <vt:variant>
        <vt:lpstr>슬라이드 제목</vt:lpstr>
      </vt:variant>
      <vt:variant>
        <vt:i4>18</vt:i4>
      </vt:variant>
    </vt:vector>
  </ep:HeadingPairs>
  <ep:TitlesOfParts>
    <vt:vector size="20" baseType="lpstr">
      <vt:lpstr>1_Default Design</vt:lpstr>
      <vt:lpstr>2_Default Design</vt:lpstr>
      <vt:lpstr>슬라이드 1</vt:lpstr>
      <vt:lpstr>목차</vt:lpstr>
      <vt:lpstr>목차</vt:lpstr>
      <vt:lpstr>프로젝트 #2 개요</vt:lpstr>
      <vt:lpstr>서론 (Introduction)</vt:lpstr>
      <vt:lpstr>서론 (Introduction)</vt:lpstr>
      <vt:lpstr>서론 (Introduction)</vt:lpstr>
      <vt:lpstr>방법 및 구현 (Methodology &amp; Implementation)</vt:lpstr>
      <vt:lpstr>방법 및 구현 (Methodology &amp; Implementation)</vt:lpstr>
      <vt:lpstr>실험 구성 및 평가 방법 (Experiment Settings)</vt:lpstr>
      <vt:lpstr>실험 구성 및 평가 방법 (Experiment Settings)</vt:lpstr>
      <vt:lpstr>실험 구성 및 평가 방법 (Experiment Settings)</vt:lpstr>
      <vt:lpstr>결과 및 분석 (Results &amp; Analysis)</vt:lpstr>
      <vt:lpstr>결과 및 분석 (Results &amp; Analysis)</vt:lpstr>
      <vt:lpstr>한계점 및 토론 (Limitations &amp; Discussions)</vt:lpstr>
      <vt:lpstr>향후 연구 방향</vt:lpstr>
      <vt:lpstr>참고 문헌</vt:lpstr>
      <vt:lpstr>슬라이드 18</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2004-08-18T11:28:05.000</dcterms:created>
  <dc:creator>이광연</dc:creator>
  <cp:lastModifiedBy>khnam</cp:lastModifiedBy>
  <dcterms:modified xsi:type="dcterms:W3CDTF">2026-06-14T09:36:59.343</dcterms:modified>
  <cp:revision>3197</cp:revision>
  <dc:title>Slide 1</dc:title>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